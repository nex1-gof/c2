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27"/>
  </p:notesMasterIdLst>
  <p:sldIdLst>
    <p:sldId id="272" r:id="rId2"/>
    <p:sldId id="302" r:id="rId3"/>
    <p:sldId id="276" r:id="rId4"/>
    <p:sldId id="278" r:id="rId5"/>
    <p:sldId id="277" r:id="rId6"/>
    <p:sldId id="301" r:id="rId7"/>
    <p:sldId id="279" r:id="rId8"/>
    <p:sldId id="303" r:id="rId9"/>
    <p:sldId id="280" r:id="rId10"/>
    <p:sldId id="284" r:id="rId11"/>
    <p:sldId id="281" r:id="rId12"/>
    <p:sldId id="282" r:id="rId13"/>
    <p:sldId id="283" r:id="rId14"/>
    <p:sldId id="285" r:id="rId15"/>
    <p:sldId id="287" r:id="rId16"/>
    <p:sldId id="290" r:id="rId17"/>
    <p:sldId id="289" r:id="rId18"/>
    <p:sldId id="292" r:id="rId19"/>
    <p:sldId id="294" r:id="rId20"/>
    <p:sldId id="293" r:id="rId21"/>
    <p:sldId id="296" r:id="rId22"/>
    <p:sldId id="297" r:id="rId23"/>
    <p:sldId id="299" r:id="rId24"/>
    <p:sldId id="298" r:id="rId25"/>
    <p:sldId id="30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A5A5A5"/>
    <a:srgbClr val="0A1928"/>
    <a:srgbClr val="0D1E32"/>
    <a:srgbClr val="1E1E1E"/>
    <a:srgbClr val="A6A6A6"/>
    <a:srgbClr val="1F497D"/>
    <a:srgbClr val="D5E1C7"/>
    <a:srgbClr val="5A1E32"/>
    <a:srgbClr val="0F2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34" autoAdjust="0"/>
  </p:normalViewPr>
  <p:slideViewPr>
    <p:cSldViewPr snapToGrid="0">
      <p:cViewPr varScale="1">
        <p:scale>
          <a:sx n="71" d="100"/>
          <a:sy n="71" d="100"/>
        </p:scale>
        <p:origin x="43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01E01-C099-41B6-AD47-D692F9B4F4C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86173-1885-4238-8EC1-7FAE9F2FB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80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43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66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570F3-ED82-C743-D9F3-72386C41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EE84D-878D-A719-BC6C-97F8E6CA8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3576A3-1F9A-ED84-9BC9-86533F8BA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842C1-E594-5F4A-C88A-DCE0205EA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043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0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5F3F-09F5-D8AD-F778-FAFD45B4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A7B8F2-4F31-8019-AB46-C4F847041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95A22-963E-7E1C-E9CC-D077CAE9A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2A990-77BB-B28B-96C5-063E2EAAF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381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5F3F-09F5-D8AD-F778-FAFD45B4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A7B8F2-4F31-8019-AB46-C4F847041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95A22-963E-7E1C-E9CC-D077CAE9A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2A990-77BB-B28B-96C5-063E2EAAF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582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FDD0-D8A9-FD71-98A8-80C85C5C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E2BD6-F152-6375-A9F5-680CE5FAA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8E0913-AA68-05DB-AAFE-54A1842A2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A3BFD-E999-1EA7-FD02-5C78F6C1F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302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FDD0-D8A9-FD71-98A8-80C85C5C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E2BD6-F152-6375-A9F5-680CE5FAA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8E0913-AA68-05DB-AAFE-54A1842A2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A3BFD-E999-1EA7-FD02-5C78F6C1F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692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9414-BC1A-1E55-5322-4A8C0E2F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AB306-742B-4A9C-C4A6-2AB188529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2930AA-1E56-EF79-6337-91AD9A8A1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FFEE0-F357-41C1-82E2-C35012445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459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9414-BC1A-1E55-5322-4A8C0E2F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AB306-742B-4A9C-C4A6-2AB188529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2930AA-1E56-EF79-6337-91AD9A8A1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FFEE0-F357-41C1-82E2-C35012445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30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43CB-44E4-3A7F-5DB3-A9B65B8E2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E42217-F1AC-766A-20BE-CCFCE6D01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10A6AD-EF4E-0393-9F05-7C091D26D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B9097-A1B0-3018-251D-F7D294409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19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2913-9739-4AA0-07AD-EB0B993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1424A-A839-5597-9EE2-1B90E651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0B14B2-CA1F-9910-DD5D-598C134E6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EDC91-64A4-21E0-AE15-BFFBB8A2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245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2913-9739-4AA0-07AD-EB0B993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1424A-A839-5597-9EE2-1B90E651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0B14B2-CA1F-9910-DD5D-598C134E6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EDC91-64A4-21E0-AE15-BFFBB8A2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74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2913-9739-4AA0-07AD-EB0B993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31424A-A839-5597-9EE2-1B90E651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0B14B2-CA1F-9910-DD5D-598C134E6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EDC91-64A4-21E0-AE15-BFFBB8A2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821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122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208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091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197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391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324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959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162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470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267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4DC8-86F9-F1B8-DC4B-97BB4ED6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34ABF-52E6-229D-6B7D-DDF966BC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A2982-B637-1051-20EE-26D29D9F2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E226A-CC3A-1A28-050A-07FB2767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86173-1885-4238-8EC1-7FAE9F2FB07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338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0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7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3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9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2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9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8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38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9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00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6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B6F2CDC0-1E4F-BAC5-EDE7-EF58FDE5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05A2835E-85F5-C94C-391D-A4D044743E84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/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4742" y="227292"/>
            <a:ext cx="530574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참고용</a:t>
            </a:r>
            <a:endParaRPr lang="ko-KR" altLang="en-US" sz="2200" b="1" dirty="0" err="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 dirty="0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5EAFC51-5D4F-23B2-D4AD-A4A27BBB55AA}"/>
              </a:ext>
            </a:extLst>
          </p:cNvPr>
          <p:cNvGrpSpPr/>
          <p:nvPr/>
        </p:nvGrpSpPr>
        <p:grpSpPr>
          <a:xfrm>
            <a:off x="9561262" y="963837"/>
            <a:ext cx="2353033" cy="1007880"/>
            <a:chOff x="9561262" y="963837"/>
            <a:chExt cx="2353033" cy="1293183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66D6849B-2704-48BD-0646-96C8B693360B}"/>
                </a:ext>
              </a:extLst>
            </p:cNvPr>
            <p:cNvSpPr/>
            <p:nvPr/>
          </p:nvSpPr>
          <p:spPr>
            <a:xfrm>
              <a:off x="9561262" y="963837"/>
              <a:ext cx="2353033" cy="1293183"/>
            </a:xfrm>
            <a:prstGeom prst="rect">
              <a:avLst/>
            </a:prstGeom>
            <a:solidFill>
              <a:srgbClr val="0D1E3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33840" y="1015698"/>
              <a:ext cx="103156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>
                  <a:solidFill>
                    <a:srgbClr val="FF0000"/>
                  </a:solidFill>
                  <a:latin typeface="Calibri"/>
                </a:rPr>
                <a:t>TARGET001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504381" y="1060808"/>
              <a:ext cx="46679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C00000"/>
                  </a:solidFill>
                  <a:latin typeface="Calibri"/>
                </a:rPr>
                <a:t>이동</a:t>
              </a:r>
              <a:endParaRPr lang="ko-KR" altLang="en-US" sz="1100" dirty="0">
                <a:solidFill>
                  <a:srgbClr val="C00000"/>
                </a:solidFill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653828" y="1230030"/>
              <a:ext cx="108395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ID      cSAM-003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46041" y="1455514"/>
              <a:ext cx="101983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거리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800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km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46041" y="1682798"/>
              <a:ext cx="119936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방위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125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, 1111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BE9B558-608C-8BF9-136E-72615D7137E1}"/>
                </a:ext>
              </a:extLst>
            </p:cNvPr>
            <p:cNvSpPr txBox="1"/>
            <p:nvPr/>
          </p:nvSpPr>
          <p:spPr>
            <a:xfrm>
              <a:off x="9644864" y="1924547"/>
              <a:ext cx="11031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속력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: 140 km/s</a:t>
              </a:r>
              <a:endParaRPr sz="1100" dirty="0">
                <a:solidFill>
                  <a:srgbClr val="FFFF00"/>
                </a:solidFill>
                <a:latin typeface="Calibri"/>
              </a:endParaRPr>
            </a:p>
          </p:txBody>
        </p:sp>
        <p:pic>
          <p:nvPicPr>
            <p:cNvPr id="133" name="그림 132">
              <a:extLst>
                <a:ext uri="{FF2B5EF4-FFF2-40B4-BE49-F238E27FC236}">
                  <a16:creationId xmlns:a16="http://schemas.microsoft.com/office/drawing/2014/main" id="{27F3671D-798F-75FF-ED58-EDF841D4A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1167" y="1026793"/>
              <a:ext cx="929940" cy="1155968"/>
            </a:xfrm>
            <a:prstGeom prst="rect">
              <a:avLst/>
            </a:prstGeom>
          </p:spPr>
        </p:pic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2275C6-0469-AE65-8D2D-632FEC0BC104}"/>
              </a:ext>
            </a:extLst>
          </p:cNvPr>
          <p:cNvSpPr/>
          <p:nvPr/>
        </p:nvSpPr>
        <p:spPr>
          <a:xfrm>
            <a:off x="242535" y="491988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DA22C994-CB65-D619-81FD-93B04053B166}"/>
              </a:ext>
            </a:extLst>
          </p:cNvPr>
          <p:cNvSpPr/>
          <p:nvPr/>
        </p:nvSpPr>
        <p:spPr>
          <a:xfrm rot="5400000">
            <a:off x="274536" y="492994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D9C6685-F402-0653-24BD-95BF0633B6E3}"/>
              </a:ext>
            </a:extLst>
          </p:cNvPr>
          <p:cNvGrpSpPr/>
          <p:nvPr/>
        </p:nvGrpSpPr>
        <p:grpSpPr>
          <a:xfrm>
            <a:off x="3352799" y="1438153"/>
            <a:ext cx="1358095" cy="533564"/>
            <a:chOff x="3352799" y="1438153"/>
            <a:chExt cx="1358095" cy="533564"/>
          </a:xfrm>
        </p:grpSpPr>
        <p:sp>
          <p:nvSpPr>
            <p:cNvPr id="55" name="Isosceles Triangle 7">
              <a:extLst>
                <a:ext uri="{FF2B5EF4-FFF2-40B4-BE49-F238E27FC236}">
                  <a16:creationId xmlns:a16="http://schemas.microsoft.com/office/drawing/2014/main" id="{335CEAFA-86B7-B528-AEE6-9ED18017ADD8}"/>
                </a:ext>
              </a:extLst>
            </p:cNvPr>
            <p:cNvSpPr/>
            <p:nvPr/>
          </p:nvSpPr>
          <p:spPr>
            <a:xfrm>
              <a:off x="3496371" y="1552953"/>
              <a:ext cx="274320" cy="274320"/>
            </a:xfrm>
            <a:prstGeom prst="triangle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6" name="Oval 8">
              <a:extLst>
                <a:ext uri="{FF2B5EF4-FFF2-40B4-BE49-F238E27FC236}">
                  <a16:creationId xmlns:a16="http://schemas.microsoft.com/office/drawing/2014/main" id="{67F13734-5F7C-427E-7B62-368ABAF9AC97}"/>
                </a:ext>
              </a:extLst>
            </p:cNvPr>
            <p:cNvSpPr/>
            <p:nvPr/>
          </p:nvSpPr>
          <p:spPr>
            <a:xfrm>
              <a:off x="3594944" y="1702412"/>
              <a:ext cx="93268" cy="932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DEBD4D3-D34D-2E84-45D6-661CEFA6D3BA}"/>
                </a:ext>
              </a:extLst>
            </p:cNvPr>
            <p:cNvSpPr txBox="1"/>
            <p:nvPr/>
          </p:nvSpPr>
          <p:spPr>
            <a:xfrm>
              <a:off x="3759473" y="1440802"/>
              <a:ext cx="903774" cy="53091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457200"/>
              <a:r>
                <a:rPr lang="en-US" sz="1050" dirty="0">
                  <a:solidFill>
                    <a:srgbClr val="FF0000"/>
                  </a:solidFill>
                  <a:latin typeface="Calibri"/>
                </a:rPr>
                <a:t>TARGET002</a:t>
              </a:r>
            </a:p>
            <a:p>
              <a:pPr defTabSz="457200"/>
              <a:r>
                <a:rPr lang="ko-KR" altLang="en-US" sz="900" dirty="0">
                  <a:solidFill>
                    <a:srgbClr val="FF0000"/>
                  </a:solidFill>
                  <a:latin typeface="Calibri"/>
                </a:rPr>
                <a:t>고도</a:t>
              </a:r>
              <a:r>
                <a:rPr lang="en-US" altLang="ko-KR" sz="900" dirty="0">
                  <a:solidFill>
                    <a:srgbClr val="FF0000"/>
                  </a:solidFill>
                  <a:latin typeface="Calibri"/>
                </a:rPr>
                <a:t> : 1.3</a:t>
              </a:r>
            </a:p>
            <a:p>
              <a:pPr defTabSz="457200"/>
              <a:r>
                <a:rPr lang="ko-KR" altLang="en-US" sz="900" dirty="0">
                  <a:solidFill>
                    <a:srgbClr val="FF0000"/>
                  </a:solidFill>
                  <a:latin typeface="Calibri"/>
                </a:rPr>
                <a:t>속도</a:t>
              </a:r>
              <a:r>
                <a:rPr lang="en-US" altLang="ko-KR" sz="900" dirty="0">
                  <a:solidFill>
                    <a:srgbClr val="FF0000"/>
                  </a:solidFill>
                  <a:latin typeface="Calibri"/>
                </a:rPr>
                <a:t> : 140/kms</a:t>
              </a:r>
              <a:endParaRPr sz="900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EFE7CEB-D4F1-BADA-12A9-A67F5921EA7A}"/>
                </a:ext>
              </a:extLst>
            </p:cNvPr>
            <p:cNvSpPr/>
            <p:nvPr/>
          </p:nvSpPr>
          <p:spPr>
            <a:xfrm>
              <a:off x="3352799" y="1438153"/>
              <a:ext cx="1358095" cy="48999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C595E7AA-3F03-8A97-41F5-41008FBEB59F}"/>
              </a:ext>
            </a:extLst>
          </p:cNvPr>
          <p:cNvGrpSpPr/>
          <p:nvPr/>
        </p:nvGrpSpPr>
        <p:grpSpPr>
          <a:xfrm>
            <a:off x="7154951" y="5242578"/>
            <a:ext cx="2335654" cy="1375870"/>
            <a:chOff x="2561548" y="4753840"/>
            <a:chExt cx="2335654" cy="1893826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98943C7-5BD2-29C7-A08C-D79140866B9A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81" name="Oval 36">
              <a:extLst>
                <a:ext uri="{FF2B5EF4-FFF2-40B4-BE49-F238E27FC236}">
                  <a16:creationId xmlns:a16="http://schemas.microsoft.com/office/drawing/2014/main" id="{C7F6E801-5E7E-7EF7-BD50-D8211BAE1932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0EB970-3311-A3E1-F8C2-51D9958DA849}"/>
                </a:ext>
              </a:extLst>
            </p:cNvPr>
            <p:cNvSpPr txBox="1"/>
            <p:nvPr/>
          </p:nvSpPr>
          <p:spPr>
            <a:xfrm>
              <a:off x="2886444" y="4798391"/>
              <a:ext cx="53893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00B05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02BE5C4-CADE-9C89-E2DF-662E4CFB51CD}"/>
                </a:ext>
              </a:extLst>
            </p:cNvPr>
            <p:cNvSpPr txBox="1"/>
            <p:nvPr/>
          </p:nvSpPr>
          <p:spPr>
            <a:xfrm>
              <a:off x="2631140" y="5113422"/>
              <a:ext cx="681597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00B050"/>
                  </a:solidFill>
                  <a:latin typeface="Calibri"/>
                </a:rPr>
                <a:t>유도 중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9F878CD-FE4C-91C0-32D2-FBE9BCDCC319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07" name="Rounded Rectangle 44">
              <a:extLst>
                <a:ext uri="{FF2B5EF4-FFF2-40B4-BE49-F238E27FC236}">
                  <a16:creationId xmlns:a16="http://schemas.microsoft.com/office/drawing/2014/main" id="{C0231FEC-E8D6-253F-0203-0D697C02E769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FB7A67-901B-D828-308E-34A1D83DFE39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F50C0AC-F050-58D7-AFB3-BDF6B6C9DDB4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B27ED22-65FE-B3C7-A614-9F5BBD444963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상태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</a:t>
              </a:r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중기 유도</a:t>
              </a:r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  <a:p>
              <a:endParaRPr lang="ko-KR" altLang="en-US" dirty="0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D491A21-E6C5-5A02-8F47-70BC6F3803D1}"/>
              </a:ext>
            </a:extLst>
          </p:cNvPr>
          <p:cNvGrpSpPr/>
          <p:nvPr/>
        </p:nvGrpSpPr>
        <p:grpSpPr>
          <a:xfrm>
            <a:off x="4862168" y="5242578"/>
            <a:ext cx="2335654" cy="1375870"/>
            <a:chOff x="2561548" y="4753840"/>
            <a:chExt cx="2335654" cy="1893826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BEE826C-C29D-2F10-6C7E-83E6E445F59D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135" name="Oval 36">
              <a:extLst>
                <a:ext uri="{FF2B5EF4-FFF2-40B4-BE49-F238E27FC236}">
                  <a16:creationId xmlns:a16="http://schemas.microsoft.com/office/drawing/2014/main" id="{EFC2EDBC-71ED-BC62-38A3-35846D30A948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990FE1-D7D7-BB59-1990-433C8327187C}"/>
                </a:ext>
              </a:extLst>
            </p:cNvPr>
            <p:cNvSpPr txBox="1"/>
            <p:nvPr/>
          </p:nvSpPr>
          <p:spPr>
            <a:xfrm>
              <a:off x="2886444" y="4798391"/>
              <a:ext cx="53893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00B05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F56329E-73B9-650D-240E-DF16CC58A740}"/>
                </a:ext>
              </a:extLst>
            </p:cNvPr>
            <p:cNvSpPr txBox="1"/>
            <p:nvPr/>
          </p:nvSpPr>
          <p:spPr>
            <a:xfrm>
              <a:off x="2631140" y="5113422"/>
              <a:ext cx="681597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00B050"/>
                  </a:solidFill>
                  <a:latin typeface="Calibri"/>
                </a:rPr>
                <a:t>유도 중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881AFAC-8D18-5CD8-6F87-FA9B08820BEA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41" name="Rounded Rectangle 44">
              <a:extLst>
                <a:ext uri="{FF2B5EF4-FFF2-40B4-BE49-F238E27FC236}">
                  <a16:creationId xmlns:a16="http://schemas.microsoft.com/office/drawing/2014/main" id="{2FF4A9D4-9F95-9EF4-01CD-6EF436456273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B7DA4A4-2F63-F0CD-3D32-E6BE5E799FA8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DF77D5E-0BCF-0F59-7915-B0D6BE4E4A80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85D3EBC-F243-CF5E-EAA2-42CAC1C6CEA0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상태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</a:t>
              </a:r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중기 유도</a:t>
              </a:r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  <a:p>
              <a:endParaRPr lang="ko-KR" altLang="en-US" dirty="0"/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ED952BA-AB1E-A0C9-2440-087455F17C2C}"/>
              </a:ext>
            </a:extLst>
          </p:cNvPr>
          <p:cNvGrpSpPr/>
          <p:nvPr/>
        </p:nvGrpSpPr>
        <p:grpSpPr>
          <a:xfrm>
            <a:off x="2576748" y="5245126"/>
            <a:ext cx="2335654" cy="1375870"/>
            <a:chOff x="2561548" y="4753840"/>
            <a:chExt cx="2335654" cy="1893826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588AACDA-7CD3-4F22-4AAB-248ED8EA13A1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147" name="Oval 36">
              <a:extLst>
                <a:ext uri="{FF2B5EF4-FFF2-40B4-BE49-F238E27FC236}">
                  <a16:creationId xmlns:a16="http://schemas.microsoft.com/office/drawing/2014/main" id="{508163D0-487C-E163-D180-FADF566BB8B9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B1E73F4C-6E40-4784-F41F-9316254CF7BC}"/>
                </a:ext>
              </a:extLst>
            </p:cNvPr>
            <p:cNvSpPr txBox="1"/>
            <p:nvPr/>
          </p:nvSpPr>
          <p:spPr>
            <a:xfrm>
              <a:off x="2886444" y="4798391"/>
              <a:ext cx="53893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00B05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112134E-FBDD-538B-3926-CF6821E9C666}"/>
                </a:ext>
              </a:extLst>
            </p:cNvPr>
            <p:cNvSpPr txBox="1"/>
            <p:nvPr/>
          </p:nvSpPr>
          <p:spPr>
            <a:xfrm>
              <a:off x="2631140" y="5113422"/>
              <a:ext cx="681597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00B050"/>
                  </a:solidFill>
                  <a:latin typeface="Calibri"/>
                </a:rPr>
                <a:t>유도 중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38298C3-82DA-C6BE-199C-310956BD6D89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53" name="Rounded Rectangle 44">
              <a:extLst>
                <a:ext uri="{FF2B5EF4-FFF2-40B4-BE49-F238E27FC236}">
                  <a16:creationId xmlns:a16="http://schemas.microsoft.com/office/drawing/2014/main" id="{C6FCE932-B874-B46E-2FD2-2313E69CB3BC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98A14AF-B9F1-CC4E-22E3-16FB0CBD8696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EF8EA80-088B-1647-D547-869CA24F90FB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40FE15E-4EC8-EDA3-7754-9E13DD6962E6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상태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</a:t>
              </a:r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중기 유도</a:t>
              </a:r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  <a:p>
              <a:endParaRPr lang="ko-KR" altLang="en-US" dirty="0"/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2F04E882-1E6C-820D-988D-533B3BF923A4}"/>
              </a:ext>
            </a:extLst>
          </p:cNvPr>
          <p:cNvGrpSpPr/>
          <p:nvPr/>
        </p:nvGrpSpPr>
        <p:grpSpPr>
          <a:xfrm>
            <a:off x="282105" y="5234990"/>
            <a:ext cx="2335654" cy="1375870"/>
            <a:chOff x="2561548" y="4753840"/>
            <a:chExt cx="2335654" cy="1893826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FBCA60AF-3605-6EE6-53D1-762F0A83376D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159" name="Oval 36">
              <a:extLst>
                <a:ext uri="{FF2B5EF4-FFF2-40B4-BE49-F238E27FC236}">
                  <a16:creationId xmlns:a16="http://schemas.microsoft.com/office/drawing/2014/main" id="{30641677-636A-3F46-2D8B-778CE8B8C5A5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FB83183-AA35-8105-8524-A8918B114D92}"/>
                </a:ext>
              </a:extLst>
            </p:cNvPr>
            <p:cNvSpPr txBox="1"/>
            <p:nvPr/>
          </p:nvSpPr>
          <p:spPr>
            <a:xfrm>
              <a:off x="2886444" y="4798391"/>
              <a:ext cx="53893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00B05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C77D4D2-C34E-8FF0-FB5F-304CBEA19970}"/>
                </a:ext>
              </a:extLst>
            </p:cNvPr>
            <p:cNvSpPr txBox="1"/>
            <p:nvPr/>
          </p:nvSpPr>
          <p:spPr>
            <a:xfrm>
              <a:off x="2631140" y="5113422"/>
              <a:ext cx="681597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00B050"/>
                  </a:solidFill>
                  <a:latin typeface="Calibri"/>
                </a:rPr>
                <a:t>유도 중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7EEE63E-66F4-2F52-66C1-E16C230D00A0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65" name="Rounded Rectangle 44">
              <a:extLst>
                <a:ext uri="{FF2B5EF4-FFF2-40B4-BE49-F238E27FC236}">
                  <a16:creationId xmlns:a16="http://schemas.microsoft.com/office/drawing/2014/main" id="{AE286020-03AE-2373-98D1-B7DCFAFC828E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A47D4E8-D1DA-D3A2-A7E9-0259CF827818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2DB1F47-75B0-A1EB-D7E6-F0667504262F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75AD5CB-1226-7A6C-EE35-442AEE44C9B3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상태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</a:t>
              </a:r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중기 유도</a:t>
              </a:r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  <a:p>
              <a:endParaRPr lang="ko-KR" altLang="en-US" dirty="0"/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6F3B2C15-18D8-462D-3FDE-190D6E236B90}"/>
              </a:ext>
            </a:extLst>
          </p:cNvPr>
          <p:cNvGrpSpPr/>
          <p:nvPr/>
        </p:nvGrpSpPr>
        <p:grpSpPr>
          <a:xfrm>
            <a:off x="9558279" y="2020991"/>
            <a:ext cx="2353033" cy="1007880"/>
            <a:chOff x="9561262" y="963837"/>
            <a:chExt cx="2353033" cy="1293183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8A0F38B7-62FD-5242-3B11-825A75D69861}"/>
                </a:ext>
              </a:extLst>
            </p:cNvPr>
            <p:cNvSpPr/>
            <p:nvPr/>
          </p:nvSpPr>
          <p:spPr>
            <a:xfrm>
              <a:off x="9561262" y="963837"/>
              <a:ext cx="2353033" cy="1293183"/>
            </a:xfrm>
            <a:prstGeom prst="rect">
              <a:avLst/>
            </a:prstGeom>
            <a:solidFill>
              <a:srgbClr val="0D1E3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9881367-54B8-0BFB-3A56-0313BEF3CD2B}"/>
                </a:ext>
              </a:extLst>
            </p:cNvPr>
            <p:cNvSpPr txBox="1"/>
            <p:nvPr/>
          </p:nvSpPr>
          <p:spPr>
            <a:xfrm>
              <a:off x="9633840" y="1015698"/>
              <a:ext cx="103156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>
                  <a:solidFill>
                    <a:srgbClr val="FF0000"/>
                  </a:solidFill>
                  <a:latin typeface="Calibri"/>
                </a:rPr>
                <a:t>TARGET001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FFDD408-8F8A-6AD5-6791-EF78F992E253}"/>
                </a:ext>
              </a:extLst>
            </p:cNvPr>
            <p:cNvSpPr txBox="1"/>
            <p:nvPr/>
          </p:nvSpPr>
          <p:spPr>
            <a:xfrm>
              <a:off x="10504381" y="1060808"/>
              <a:ext cx="46679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C00000"/>
                  </a:solidFill>
                  <a:latin typeface="Calibri"/>
                </a:rPr>
                <a:t>이동</a:t>
              </a:r>
              <a:endParaRPr lang="ko-KR" altLang="en-US" sz="1100" dirty="0">
                <a:solidFill>
                  <a:srgbClr val="C00000"/>
                </a:solidFill>
                <a:latin typeface="Calibri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5E841727-8E8F-0EBB-69AE-643736777813}"/>
                </a:ext>
              </a:extLst>
            </p:cNvPr>
            <p:cNvSpPr txBox="1"/>
            <p:nvPr/>
          </p:nvSpPr>
          <p:spPr>
            <a:xfrm>
              <a:off x="9653828" y="1230030"/>
              <a:ext cx="108395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ID      cSAM-003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5F9C769A-829C-D4E3-2AD6-2C0EE2CB3B54}"/>
                </a:ext>
              </a:extLst>
            </p:cNvPr>
            <p:cNvSpPr txBox="1"/>
            <p:nvPr/>
          </p:nvSpPr>
          <p:spPr>
            <a:xfrm>
              <a:off x="9646041" y="1455514"/>
              <a:ext cx="101983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거리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800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km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FEA70F6-9B3D-6CC4-F85E-B5115B2C3E7D}"/>
                </a:ext>
              </a:extLst>
            </p:cNvPr>
            <p:cNvSpPr txBox="1"/>
            <p:nvPr/>
          </p:nvSpPr>
          <p:spPr>
            <a:xfrm>
              <a:off x="9646041" y="1682798"/>
              <a:ext cx="119936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방위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125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, 1111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06375C01-F85D-14A2-2161-F91BED0826A9}"/>
                </a:ext>
              </a:extLst>
            </p:cNvPr>
            <p:cNvSpPr txBox="1"/>
            <p:nvPr/>
          </p:nvSpPr>
          <p:spPr>
            <a:xfrm>
              <a:off x="9644864" y="1924547"/>
              <a:ext cx="11031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속력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: 140 km/s</a:t>
              </a:r>
              <a:endParaRPr sz="1100" dirty="0">
                <a:solidFill>
                  <a:srgbClr val="FFFF00"/>
                </a:solidFill>
                <a:latin typeface="Calibri"/>
              </a:endParaRPr>
            </a:p>
          </p:txBody>
        </p:sp>
        <p:pic>
          <p:nvPicPr>
            <p:cNvPr id="177" name="그림 176">
              <a:extLst>
                <a:ext uri="{FF2B5EF4-FFF2-40B4-BE49-F238E27FC236}">
                  <a16:creationId xmlns:a16="http://schemas.microsoft.com/office/drawing/2014/main" id="{D5E9E653-28DE-4BCD-1D93-B61769543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1167" y="1026793"/>
              <a:ext cx="929940" cy="1155968"/>
            </a:xfrm>
            <a:prstGeom prst="rect">
              <a:avLst/>
            </a:prstGeom>
          </p:spPr>
        </p:pic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BD4AA556-0E09-D61B-F82E-501072E66B4C}"/>
              </a:ext>
            </a:extLst>
          </p:cNvPr>
          <p:cNvGrpSpPr/>
          <p:nvPr/>
        </p:nvGrpSpPr>
        <p:grpSpPr>
          <a:xfrm>
            <a:off x="9545303" y="3076841"/>
            <a:ext cx="2353033" cy="1007880"/>
            <a:chOff x="9561262" y="963837"/>
            <a:chExt cx="2353033" cy="1293183"/>
          </a:xfrm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D33548E8-DEB1-6724-0936-BD62FCCD834F}"/>
                </a:ext>
              </a:extLst>
            </p:cNvPr>
            <p:cNvSpPr/>
            <p:nvPr/>
          </p:nvSpPr>
          <p:spPr>
            <a:xfrm>
              <a:off x="9561262" y="963837"/>
              <a:ext cx="2353033" cy="1293183"/>
            </a:xfrm>
            <a:prstGeom prst="rect">
              <a:avLst/>
            </a:prstGeom>
            <a:solidFill>
              <a:srgbClr val="0D1E3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F2ACB7AD-FBFD-C154-B9AF-1A25B7275E34}"/>
                </a:ext>
              </a:extLst>
            </p:cNvPr>
            <p:cNvSpPr txBox="1"/>
            <p:nvPr/>
          </p:nvSpPr>
          <p:spPr>
            <a:xfrm>
              <a:off x="9633840" y="1015698"/>
              <a:ext cx="103156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>
                  <a:solidFill>
                    <a:srgbClr val="FF0000"/>
                  </a:solidFill>
                  <a:latin typeface="Calibri"/>
                </a:rPr>
                <a:t>TARGET001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1624D97-8885-329B-3108-0E65A1D3ED6C}"/>
                </a:ext>
              </a:extLst>
            </p:cNvPr>
            <p:cNvSpPr txBox="1"/>
            <p:nvPr/>
          </p:nvSpPr>
          <p:spPr>
            <a:xfrm>
              <a:off x="10504381" y="1060808"/>
              <a:ext cx="46679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C00000"/>
                  </a:solidFill>
                  <a:latin typeface="Calibri"/>
                </a:rPr>
                <a:t>이동</a:t>
              </a:r>
              <a:endParaRPr lang="ko-KR" altLang="en-US" sz="1100" dirty="0">
                <a:solidFill>
                  <a:srgbClr val="C00000"/>
                </a:solidFill>
                <a:latin typeface="Calibri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571F0D4-734C-064D-DE3B-4585191F032B}"/>
                </a:ext>
              </a:extLst>
            </p:cNvPr>
            <p:cNvSpPr txBox="1"/>
            <p:nvPr/>
          </p:nvSpPr>
          <p:spPr>
            <a:xfrm>
              <a:off x="9653828" y="1230030"/>
              <a:ext cx="108395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ID      cSAM-003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CF60630E-438A-8655-EBA2-ACA3C043EC34}"/>
                </a:ext>
              </a:extLst>
            </p:cNvPr>
            <p:cNvSpPr txBox="1"/>
            <p:nvPr/>
          </p:nvSpPr>
          <p:spPr>
            <a:xfrm>
              <a:off x="9646041" y="1455514"/>
              <a:ext cx="101983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거리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800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km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AA790A2-3179-C68D-7E8D-DA4C87F97291}"/>
                </a:ext>
              </a:extLst>
            </p:cNvPr>
            <p:cNvSpPr txBox="1"/>
            <p:nvPr/>
          </p:nvSpPr>
          <p:spPr>
            <a:xfrm>
              <a:off x="9646041" y="1682798"/>
              <a:ext cx="119936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방위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125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, 1111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226CE9DB-2FC1-2091-4540-75D6B55D25D3}"/>
                </a:ext>
              </a:extLst>
            </p:cNvPr>
            <p:cNvSpPr txBox="1"/>
            <p:nvPr/>
          </p:nvSpPr>
          <p:spPr>
            <a:xfrm>
              <a:off x="9644864" y="1924547"/>
              <a:ext cx="11031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속력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: 140 km/s</a:t>
              </a:r>
              <a:endParaRPr sz="1100" dirty="0">
                <a:solidFill>
                  <a:srgbClr val="FFFF00"/>
                </a:solidFill>
                <a:latin typeface="Calibri"/>
              </a:endParaRPr>
            </a:p>
          </p:txBody>
        </p:sp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78091AB0-190A-D65E-42A5-1CAAD6F67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1167" y="1026793"/>
              <a:ext cx="929940" cy="1155968"/>
            </a:xfrm>
            <a:prstGeom prst="rect">
              <a:avLst/>
            </a:prstGeom>
          </p:spPr>
        </p:pic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AE9A577D-3CE6-1E93-69A4-EFBBDAA12BCB}"/>
              </a:ext>
            </a:extLst>
          </p:cNvPr>
          <p:cNvGrpSpPr/>
          <p:nvPr/>
        </p:nvGrpSpPr>
        <p:grpSpPr>
          <a:xfrm>
            <a:off x="9524781" y="4124684"/>
            <a:ext cx="2353033" cy="1007880"/>
            <a:chOff x="9561262" y="963837"/>
            <a:chExt cx="2353033" cy="1293183"/>
          </a:xfrm>
        </p:grpSpPr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E946FAE8-6052-A139-D29D-0627C86CFCEE}"/>
                </a:ext>
              </a:extLst>
            </p:cNvPr>
            <p:cNvSpPr/>
            <p:nvPr/>
          </p:nvSpPr>
          <p:spPr>
            <a:xfrm>
              <a:off x="9561262" y="963837"/>
              <a:ext cx="2353033" cy="1293183"/>
            </a:xfrm>
            <a:prstGeom prst="rect">
              <a:avLst/>
            </a:prstGeom>
            <a:solidFill>
              <a:srgbClr val="0D1E3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CDC437B-6521-2ED4-40C3-1D8212517C5F}"/>
                </a:ext>
              </a:extLst>
            </p:cNvPr>
            <p:cNvSpPr txBox="1"/>
            <p:nvPr/>
          </p:nvSpPr>
          <p:spPr>
            <a:xfrm>
              <a:off x="9633840" y="1015698"/>
              <a:ext cx="103156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>
                  <a:solidFill>
                    <a:srgbClr val="FF0000"/>
                  </a:solidFill>
                  <a:latin typeface="Calibri"/>
                </a:rPr>
                <a:t>TARGET001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EDE858F8-E517-F517-1B77-D25D73850F6D}"/>
                </a:ext>
              </a:extLst>
            </p:cNvPr>
            <p:cNvSpPr txBox="1"/>
            <p:nvPr/>
          </p:nvSpPr>
          <p:spPr>
            <a:xfrm>
              <a:off x="10504381" y="1060808"/>
              <a:ext cx="46679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C00000"/>
                  </a:solidFill>
                  <a:latin typeface="Calibri"/>
                </a:rPr>
                <a:t>이동</a:t>
              </a:r>
              <a:endParaRPr lang="ko-KR" altLang="en-US" sz="1100" dirty="0">
                <a:solidFill>
                  <a:srgbClr val="C00000"/>
                </a:solidFill>
                <a:latin typeface="Calibri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D666C1F-ACE6-2484-17D1-0BD7BDC30A83}"/>
                </a:ext>
              </a:extLst>
            </p:cNvPr>
            <p:cNvSpPr txBox="1"/>
            <p:nvPr/>
          </p:nvSpPr>
          <p:spPr>
            <a:xfrm>
              <a:off x="9653828" y="1230030"/>
              <a:ext cx="108395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ID      cSAM-003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B29D396F-CBBE-945B-9AC0-A51FA4001735}"/>
                </a:ext>
              </a:extLst>
            </p:cNvPr>
            <p:cNvSpPr txBox="1"/>
            <p:nvPr/>
          </p:nvSpPr>
          <p:spPr>
            <a:xfrm>
              <a:off x="9646041" y="1455514"/>
              <a:ext cx="101983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거리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800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km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A4AF15A-4854-30DC-71CD-43682F8ABA9D}"/>
                </a:ext>
              </a:extLst>
            </p:cNvPr>
            <p:cNvSpPr txBox="1"/>
            <p:nvPr/>
          </p:nvSpPr>
          <p:spPr>
            <a:xfrm>
              <a:off x="9646041" y="1682798"/>
              <a:ext cx="119936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 err="1">
                  <a:solidFill>
                    <a:srgbClr val="FFFF00"/>
                  </a:solidFill>
                  <a:latin typeface="Calibri"/>
                </a:rPr>
                <a:t>방위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125</a:t>
              </a:r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, 1111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FACA5B1B-C2AC-60A1-FDCB-2669A274D1CB}"/>
                </a:ext>
              </a:extLst>
            </p:cNvPr>
            <p:cNvSpPr txBox="1"/>
            <p:nvPr/>
          </p:nvSpPr>
          <p:spPr>
            <a:xfrm>
              <a:off x="9644864" y="1924547"/>
              <a:ext cx="11031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속력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: 140 km/s</a:t>
              </a:r>
              <a:endParaRPr sz="1100" dirty="0">
                <a:solidFill>
                  <a:srgbClr val="FFFF00"/>
                </a:solidFill>
                <a:latin typeface="Calibri"/>
              </a:endParaRPr>
            </a:p>
          </p:txBody>
        </p:sp>
        <p:pic>
          <p:nvPicPr>
            <p:cNvPr id="204" name="그림 203">
              <a:extLst>
                <a:ext uri="{FF2B5EF4-FFF2-40B4-BE49-F238E27FC236}">
                  <a16:creationId xmlns:a16="http://schemas.microsoft.com/office/drawing/2014/main" id="{F11E7759-4354-9664-C416-587DFFD28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1167" y="1026793"/>
              <a:ext cx="929940" cy="1155968"/>
            </a:xfrm>
            <a:prstGeom prst="rect">
              <a:avLst/>
            </a:prstGeom>
          </p:spPr>
        </p:pic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3E69164E-EC00-A576-99AA-FFF218A804FC}"/>
              </a:ext>
            </a:extLst>
          </p:cNvPr>
          <p:cNvSpPr/>
          <p:nvPr/>
        </p:nvSpPr>
        <p:spPr>
          <a:xfrm>
            <a:off x="9578635" y="5251186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8CC1264-8A6F-EF84-EE6F-324F3D7B43A1}"/>
              </a:ext>
            </a:extLst>
          </p:cNvPr>
          <p:cNvSpPr txBox="1"/>
          <p:nvPr/>
        </p:nvSpPr>
        <p:spPr>
          <a:xfrm>
            <a:off x="9551821" y="5251186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371F4E6C-03D1-3E06-7ABA-9EECD5A4AF67}"/>
              </a:ext>
            </a:extLst>
          </p:cNvPr>
          <p:cNvSpPr txBox="1"/>
          <p:nvPr/>
        </p:nvSpPr>
        <p:spPr>
          <a:xfrm>
            <a:off x="9551821" y="5435852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04EA22EA-3262-EB2B-41A6-424561EBEBC8}"/>
              </a:ext>
            </a:extLst>
          </p:cNvPr>
          <p:cNvSpPr txBox="1"/>
          <p:nvPr/>
        </p:nvSpPr>
        <p:spPr>
          <a:xfrm>
            <a:off x="9551821" y="5626905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2251FDF-BE46-AC6A-96DB-AF17322D435D}"/>
              </a:ext>
            </a:extLst>
          </p:cNvPr>
          <p:cNvSpPr txBox="1"/>
          <p:nvPr/>
        </p:nvSpPr>
        <p:spPr>
          <a:xfrm>
            <a:off x="9551821" y="5813011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E5A3629-BD44-D9B5-9CF4-6F28089B2046}"/>
              </a:ext>
            </a:extLst>
          </p:cNvPr>
          <p:cNvSpPr txBox="1"/>
          <p:nvPr/>
        </p:nvSpPr>
        <p:spPr>
          <a:xfrm>
            <a:off x="9551821" y="5997677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0B01A06-F801-2402-7E4D-77F730E3AB72}"/>
              </a:ext>
            </a:extLst>
          </p:cNvPr>
          <p:cNvSpPr txBox="1"/>
          <p:nvPr/>
        </p:nvSpPr>
        <p:spPr>
          <a:xfrm>
            <a:off x="9551821" y="6188730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94155F1-BC80-08DA-9B9B-9D62161B0F23}"/>
              </a:ext>
            </a:extLst>
          </p:cNvPr>
          <p:cNvGrpSpPr/>
          <p:nvPr/>
        </p:nvGrpSpPr>
        <p:grpSpPr>
          <a:xfrm>
            <a:off x="8237259" y="4790852"/>
            <a:ext cx="1163185" cy="460334"/>
            <a:chOff x="8237259" y="4790852"/>
            <a:chExt cx="1163185" cy="460334"/>
          </a:xfrm>
        </p:grpSpPr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D47BD045-C76E-667A-FF85-77E14D6311FE}"/>
                </a:ext>
              </a:extLst>
            </p:cNvPr>
            <p:cNvSpPr/>
            <p:nvPr/>
          </p:nvSpPr>
          <p:spPr>
            <a:xfrm>
              <a:off x="8237259" y="4790852"/>
              <a:ext cx="1163185" cy="460334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028E1AE3-A7D0-76F1-CDE7-539E6D5E1703}"/>
                </a:ext>
              </a:extLst>
            </p:cNvPr>
            <p:cNvGrpSpPr/>
            <p:nvPr/>
          </p:nvGrpSpPr>
          <p:grpSpPr>
            <a:xfrm>
              <a:off x="8329585" y="4847120"/>
              <a:ext cx="1005840" cy="343547"/>
              <a:chOff x="11182416" y="2340566"/>
              <a:chExt cx="1005840" cy="343547"/>
            </a:xfrm>
          </p:grpSpPr>
          <p:sp>
            <p:nvSpPr>
              <p:cNvPr id="218" name="Rounded Rectangle 42">
                <a:extLst>
                  <a:ext uri="{FF2B5EF4-FFF2-40B4-BE49-F238E27FC236}">
                    <a16:creationId xmlns:a16="http://schemas.microsoft.com/office/drawing/2014/main" id="{63E6675B-D353-1434-4F3A-02406A31324B}"/>
                  </a:ext>
                </a:extLst>
              </p:cNvPr>
              <p:cNvSpPr/>
              <p:nvPr/>
            </p:nvSpPr>
            <p:spPr>
              <a:xfrm>
                <a:off x="11182416" y="2340566"/>
                <a:ext cx="1005840" cy="320040"/>
              </a:xfrm>
              <a:prstGeom prst="roundRect">
                <a:avLst/>
              </a:prstGeom>
              <a:solidFill>
                <a:srgbClr val="00B050"/>
              </a:solidFill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E2E4DA0-424D-A275-5586-7AD7DD4D34B4}"/>
                  </a:ext>
                </a:extLst>
              </p:cNvPr>
              <p:cNvSpPr txBox="1"/>
              <p:nvPr/>
            </p:nvSpPr>
            <p:spPr>
              <a:xfrm>
                <a:off x="11220928" y="2376336"/>
                <a:ext cx="902811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defTabSz="457200"/>
                <a:r>
                  <a:rPr lang="ko-KR" altLang="en-US" sz="1400" b="1" dirty="0">
                    <a:solidFill>
                      <a:srgbClr val="E6F0FF"/>
                    </a:solidFill>
                    <a:latin typeface="Calibri"/>
                  </a:rPr>
                  <a:t>교전할당</a:t>
                </a:r>
                <a:endParaRPr sz="1400" b="1" dirty="0">
                  <a:solidFill>
                    <a:srgbClr val="E6F0FF"/>
                  </a:solidFill>
                  <a:latin typeface="Calibri"/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00B7814-F67B-6591-0396-19904F868518}"/>
              </a:ext>
            </a:extLst>
          </p:cNvPr>
          <p:cNvGrpSpPr/>
          <p:nvPr/>
        </p:nvGrpSpPr>
        <p:grpSpPr>
          <a:xfrm>
            <a:off x="7077226" y="4790852"/>
            <a:ext cx="1163185" cy="460334"/>
            <a:chOff x="8237259" y="4790852"/>
            <a:chExt cx="1163185" cy="46033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B729973-9B99-F232-3793-D87EBD02DED2}"/>
                </a:ext>
              </a:extLst>
            </p:cNvPr>
            <p:cNvSpPr/>
            <p:nvPr/>
          </p:nvSpPr>
          <p:spPr>
            <a:xfrm>
              <a:off x="8237259" y="4790852"/>
              <a:ext cx="1163185" cy="460334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29F473D-9C2F-FDBD-40D5-D835A9362371}"/>
                </a:ext>
              </a:extLst>
            </p:cNvPr>
            <p:cNvGrpSpPr/>
            <p:nvPr/>
          </p:nvGrpSpPr>
          <p:grpSpPr>
            <a:xfrm>
              <a:off x="8329585" y="4847120"/>
              <a:ext cx="1005840" cy="343547"/>
              <a:chOff x="11182416" y="2340566"/>
              <a:chExt cx="1005840" cy="343547"/>
            </a:xfrm>
          </p:grpSpPr>
          <p:sp>
            <p:nvSpPr>
              <p:cNvPr id="11" name="Rounded Rectangle 42">
                <a:extLst>
                  <a:ext uri="{FF2B5EF4-FFF2-40B4-BE49-F238E27FC236}">
                    <a16:creationId xmlns:a16="http://schemas.microsoft.com/office/drawing/2014/main" id="{FBDCD477-01E4-AF2A-8077-FDA0E7D25B3B}"/>
                  </a:ext>
                </a:extLst>
              </p:cNvPr>
              <p:cNvSpPr/>
              <p:nvPr/>
            </p:nvSpPr>
            <p:spPr>
              <a:xfrm>
                <a:off x="11182416" y="2340566"/>
                <a:ext cx="1005840" cy="320040"/>
              </a:xfrm>
              <a:prstGeom prst="roundRect">
                <a:avLst/>
              </a:prstGeom>
              <a:solidFill>
                <a:srgbClr val="00B050"/>
              </a:solidFill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D87E78-CF84-7C4F-061B-4930B8DF8003}"/>
                  </a:ext>
                </a:extLst>
              </p:cNvPr>
              <p:cNvSpPr txBox="1"/>
              <p:nvPr/>
            </p:nvSpPr>
            <p:spPr>
              <a:xfrm>
                <a:off x="11400463" y="2376336"/>
                <a:ext cx="543740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defTabSz="457200"/>
                <a:r>
                  <a:rPr lang="ko-KR" altLang="en-US" sz="1400" b="1" dirty="0">
                    <a:solidFill>
                      <a:srgbClr val="E6F0FF"/>
                    </a:solidFill>
                    <a:latin typeface="Calibri"/>
                  </a:rPr>
                  <a:t>발사</a:t>
                </a:r>
                <a:endParaRPr sz="1400" b="1" dirty="0">
                  <a:solidFill>
                    <a:srgbClr val="E6F0FF"/>
                  </a:solidFill>
                  <a:latin typeface="Calibri"/>
                </a:endParaRPr>
              </a:p>
            </p:txBody>
          </p:sp>
        </p:grpSp>
      </p:grpSp>
      <p:sp>
        <p:nvSpPr>
          <p:cNvPr id="23" name="Rounded Rectangle 42">
            <a:extLst>
              <a:ext uri="{FF2B5EF4-FFF2-40B4-BE49-F238E27FC236}">
                <a16:creationId xmlns:a16="http://schemas.microsoft.com/office/drawing/2014/main" id="{C53A05EA-0E33-3FAF-3D64-B575EEBF62E0}"/>
              </a:ext>
            </a:extLst>
          </p:cNvPr>
          <p:cNvSpPr/>
          <p:nvPr/>
        </p:nvSpPr>
        <p:spPr>
          <a:xfrm>
            <a:off x="7105005" y="4690334"/>
            <a:ext cx="1146109" cy="88078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ounded Rectangle 44">
            <a:extLst>
              <a:ext uri="{FF2B5EF4-FFF2-40B4-BE49-F238E27FC236}">
                <a16:creationId xmlns:a16="http://schemas.microsoft.com/office/drawing/2014/main" id="{E6A9F699-276F-A780-1F14-B0C34F02036E}"/>
              </a:ext>
            </a:extLst>
          </p:cNvPr>
          <p:cNvSpPr/>
          <p:nvPr/>
        </p:nvSpPr>
        <p:spPr>
          <a:xfrm>
            <a:off x="7244858" y="4690334"/>
            <a:ext cx="1005840" cy="94738"/>
          </a:xfrm>
          <a:prstGeom prst="roundRect">
            <a:avLst/>
          </a:prstGeom>
          <a:solidFill>
            <a:srgbClr val="5A1E32"/>
          </a:solidFill>
          <a:ln w="12700">
            <a:solidFill>
              <a:srgbClr val="B4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6A8783-1CC4-FBEF-7BDD-B0809AF5CC7B}"/>
              </a:ext>
            </a:extLst>
          </p:cNvPr>
          <p:cNvSpPr txBox="1"/>
          <p:nvPr/>
        </p:nvSpPr>
        <p:spPr>
          <a:xfrm>
            <a:off x="7563272" y="4611262"/>
            <a:ext cx="3690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en-US" sz="1000" b="1" dirty="0">
                <a:solidFill>
                  <a:srgbClr val="E6F0FF"/>
                </a:solidFill>
                <a:latin typeface="Calibri"/>
              </a:rPr>
              <a:t>4s..</a:t>
            </a:r>
            <a:endParaRPr sz="1000" b="1" dirty="0">
              <a:solidFill>
                <a:srgbClr val="E6F0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34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B6F2CDC0-1E4F-BAC5-EDE7-EF58FDE5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36596" cy="583978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4742" y="227292"/>
            <a:ext cx="530574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메시지로그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hover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시</a:t>
            </a:r>
            <a:endParaRPr lang="ko-KR" altLang="en-US" sz="2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 dirty="0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2275C6-0469-AE65-8D2D-632FEC0BC104}"/>
              </a:ext>
            </a:extLst>
          </p:cNvPr>
          <p:cNvSpPr/>
          <p:nvPr/>
        </p:nvSpPr>
        <p:spPr>
          <a:xfrm>
            <a:off x="242535" y="491988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DA22C994-CB65-D619-81FD-93B04053B166}"/>
              </a:ext>
            </a:extLst>
          </p:cNvPr>
          <p:cNvSpPr/>
          <p:nvPr/>
        </p:nvSpPr>
        <p:spPr>
          <a:xfrm rot="5400000">
            <a:off x="274536" y="492994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D9C6685-F402-0653-24BD-95BF0633B6E3}"/>
              </a:ext>
            </a:extLst>
          </p:cNvPr>
          <p:cNvGrpSpPr/>
          <p:nvPr/>
        </p:nvGrpSpPr>
        <p:grpSpPr>
          <a:xfrm>
            <a:off x="3352799" y="1438153"/>
            <a:ext cx="1358095" cy="533564"/>
            <a:chOff x="3352799" y="1438153"/>
            <a:chExt cx="1358095" cy="533564"/>
          </a:xfrm>
        </p:grpSpPr>
        <p:sp>
          <p:nvSpPr>
            <p:cNvPr id="55" name="Isosceles Triangle 7">
              <a:extLst>
                <a:ext uri="{FF2B5EF4-FFF2-40B4-BE49-F238E27FC236}">
                  <a16:creationId xmlns:a16="http://schemas.microsoft.com/office/drawing/2014/main" id="{335CEAFA-86B7-B528-AEE6-9ED18017ADD8}"/>
                </a:ext>
              </a:extLst>
            </p:cNvPr>
            <p:cNvSpPr/>
            <p:nvPr/>
          </p:nvSpPr>
          <p:spPr>
            <a:xfrm>
              <a:off x="3496371" y="1552953"/>
              <a:ext cx="274320" cy="274320"/>
            </a:xfrm>
            <a:prstGeom prst="triangle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6" name="Oval 8">
              <a:extLst>
                <a:ext uri="{FF2B5EF4-FFF2-40B4-BE49-F238E27FC236}">
                  <a16:creationId xmlns:a16="http://schemas.microsoft.com/office/drawing/2014/main" id="{67F13734-5F7C-427E-7B62-368ABAF9AC97}"/>
                </a:ext>
              </a:extLst>
            </p:cNvPr>
            <p:cNvSpPr/>
            <p:nvPr/>
          </p:nvSpPr>
          <p:spPr>
            <a:xfrm>
              <a:off x="3594944" y="1702412"/>
              <a:ext cx="93268" cy="932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DEBD4D3-D34D-2E84-45D6-661CEFA6D3BA}"/>
                </a:ext>
              </a:extLst>
            </p:cNvPr>
            <p:cNvSpPr txBox="1"/>
            <p:nvPr/>
          </p:nvSpPr>
          <p:spPr>
            <a:xfrm>
              <a:off x="3759473" y="1440802"/>
              <a:ext cx="903774" cy="53091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457200"/>
              <a:r>
                <a:rPr lang="en-US" sz="1050" dirty="0">
                  <a:solidFill>
                    <a:srgbClr val="FF0000"/>
                  </a:solidFill>
                  <a:latin typeface="Calibri"/>
                </a:rPr>
                <a:t>TARGET002</a:t>
              </a:r>
            </a:p>
            <a:p>
              <a:pPr defTabSz="457200"/>
              <a:r>
                <a:rPr lang="ko-KR" altLang="en-US" sz="900" dirty="0">
                  <a:solidFill>
                    <a:srgbClr val="FF0000"/>
                  </a:solidFill>
                  <a:latin typeface="Calibri"/>
                </a:rPr>
                <a:t>고도</a:t>
              </a:r>
              <a:r>
                <a:rPr lang="en-US" altLang="ko-KR" sz="900" dirty="0">
                  <a:solidFill>
                    <a:srgbClr val="FF0000"/>
                  </a:solidFill>
                  <a:latin typeface="Calibri"/>
                </a:rPr>
                <a:t> : 1.3</a:t>
              </a:r>
            </a:p>
            <a:p>
              <a:pPr defTabSz="457200"/>
              <a:r>
                <a:rPr lang="ko-KR" altLang="en-US" sz="900" dirty="0">
                  <a:solidFill>
                    <a:srgbClr val="FF0000"/>
                  </a:solidFill>
                  <a:latin typeface="Calibri"/>
                </a:rPr>
                <a:t>속도</a:t>
              </a:r>
              <a:r>
                <a:rPr lang="en-US" altLang="ko-KR" sz="900" dirty="0">
                  <a:solidFill>
                    <a:srgbClr val="FF0000"/>
                  </a:solidFill>
                  <a:latin typeface="Calibri"/>
                </a:rPr>
                <a:t> : 140/kms</a:t>
              </a:r>
              <a:endParaRPr sz="900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EFE7CEB-D4F1-BADA-12A9-A67F5921EA7A}"/>
                </a:ext>
              </a:extLst>
            </p:cNvPr>
            <p:cNvSpPr/>
            <p:nvPr/>
          </p:nvSpPr>
          <p:spPr>
            <a:xfrm>
              <a:off x="3352799" y="1438153"/>
              <a:ext cx="1358095" cy="48999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C595E7AA-3F03-8A97-41F5-41008FBEB59F}"/>
              </a:ext>
            </a:extLst>
          </p:cNvPr>
          <p:cNvGrpSpPr/>
          <p:nvPr/>
        </p:nvGrpSpPr>
        <p:grpSpPr>
          <a:xfrm>
            <a:off x="7154951" y="5242578"/>
            <a:ext cx="2335654" cy="1375870"/>
            <a:chOff x="2561548" y="4753840"/>
            <a:chExt cx="2335654" cy="1893826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98943C7-5BD2-29C7-A08C-D79140866B9A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81" name="Oval 36">
              <a:extLst>
                <a:ext uri="{FF2B5EF4-FFF2-40B4-BE49-F238E27FC236}">
                  <a16:creationId xmlns:a16="http://schemas.microsoft.com/office/drawing/2014/main" id="{C7F6E801-5E7E-7EF7-BD50-D8211BAE1932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0EB970-3311-A3E1-F8C2-51D9958DA849}"/>
                </a:ext>
              </a:extLst>
            </p:cNvPr>
            <p:cNvSpPr txBox="1"/>
            <p:nvPr/>
          </p:nvSpPr>
          <p:spPr>
            <a:xfrm>
              <a:off x="2886444" y="4798390"/>
              <a:ext cx="538930" cy="4236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FF000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02BE5C4-CADE-9C89-E2DF-662E4CFB51CD}"/>
                </a:ext>
              </a:extLst>
            </p:cNvPr>
            <p:cNvSpPr txBox="1"/>
            <p:nvPr/>
          </p:nvSpPr>
          <p:spPr>
            <a:xfrm>
              <a:off x="2631140" y="5113422"/>
              <a:ext cx="800219" cy="381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FF0000"/>
                  </a:solidFill>
                  <a:latin typeface="Calibri"/>
                </a:rPr>
                <a:t>종말유도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9F878CD-FE4C-91C0-32D2-FBE9BCDCC319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95" name="Rounded Rectangle 42">
              <a:extLst>
                <a:ext uri="{FF2B5EF4-FFF2-40B4-BE49-F238E27FC236}">
                  <a16:creationId xmlns:a16="http://schemas.microsoft.com/office/drawing/2014/main" id="{181A5028-436A-5EB8-4284-543800DF5405}"/>
                </a:ext>
              </a:extLst>
            </p:cNvPr>
            <p:cNvSpPr/>
            <p:nvPr/>
          </p:nvSpPr>
          <p:spPr>
            <a:xfrm>
              <a:off x="2604588" y="6186516"/>
              <a:ext cx="1005840" cy="3200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550F8F8-B90C-E7DD-7219-B8911EC8FB69}"/>
                </a:ext>
              </a:extLst>
            </p:cNvPr>
            <p:cNvSpPr txBox="1"/>
            <p:nvPr/>
          </p:nvSpPr>
          <p:spPr>
            <a:xfrm>
              <a:off x="2822636" y="6222286"/>
              <a:ext cx="54373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sz="1400" b="1" dirty="0" err="1">
                  <a:solidFill>
                    <a:srgbClr val="E6F0FF"/>
                  </a:solidFill>
                  <a:latin typeface="Calibri"/>
                </a:rPr>
                <a:t>발사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  <p:sp>
          <p:nvSpPr>
            <p:cNvPr id="107" name="Rounded Rectangle 44">
              <a:extLst>
                <a:ext uri="{FF2B5EF4-FFF2-40B4-BE49-F238E27FC236}">
                  <a16:creationId xmlns:a16="http://schemas.microsoft.com/office/drawing/2014/main" id="{C0231FEC-E8D6-253F-0203-0D697C02E769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FB7A67-901B-D828-308E-34A1D83DFE39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F50C0AC-F050-58D7-AFB3-BDF6B6C9DDB4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B27ED22-65FE-B3C7-A614-9F5BBD444963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338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  <a:endParaRPr lang="ko-KR" altLang="en-US" dirty="0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D491A21-E6C5-5A02-8F47-70BC6F3803D1}"/>
              </a:ext>
            </a:extLst>
          </p:cNvPr>
          <p:cNvGrpSpPr/>
          <p:nvPr/>
        </p:nvGrpSpPr>
        <p:grpSpPr>
          <a:xfrm>
            <a:off x="4827845" y="5216959"/>
            <a:ext cx="2335654" cy="1375870"/>
            <a:chOff x="2561548" y="4753840"/>
            <a:chExt cx="2335654" cy="1893826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BEE826C-C29D-2F10-6C7E-83E6E445F59D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135" name="Oval 36">
              <a:extLst>
                <a:ext uri="{FF2B5EF4-FFF2-40B4-BE49-F238E27FC236}">
                  <a16:creationId xmlns:a16="http://schemas.microsoft.com/office/drawing/2014/main" id="{EFC2EDBC-71ED-BC62-38A3-35846D30A948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dirty="0">
                <a:solidFill>
                  <a:schemeClr val="accent6">
                    <a:lumMod val="75000"/>
                  </a:schemeClr>
                </a:solidFill>
                <a:latin typeface="Calibri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990FE1-D7D7-BB59-1990-433C8327187C}"/>
                </a:ext>
              </a:extLst>
            </p:cNvPr>
            <p:cNvSpPr txBox="1"/>
            <p:nvPr/>
          </p:nvSpPr>
          <p:spPr>
            <a:xfrm>
              <a:off x="2886444" y="4798390"/>
              <a:ext cx="538930" cy="4236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chemeClr val="accent6">
                    <a:lumMod val="75000"/>
                  </a:schemeClr>
                </a:solidFill>
                <a:latin typeface="Calibri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F56329E-73B9-650D-240E-DF16CC58A740}"/>
                </a:ext>
              </a:extLst>
            </p:cNvPr>
            <p:cNvSpPr txBox="1"/>
            <p:nvPr/>
          </p:nvSpPr>
          <p:spPr>
            <a:xfrm>
              <a:off x="2631140" y="5113422"/>
              <a:ext cx="800219" cy="381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chemeClr val="accent6">
                      <a:lumMod val="75000"/>
                    </a:schemeClr>
                  </a:solidFill>
                  <a:latin typeface="Calibri"/>
                </a:rPr>
                <a:t>중기유도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881AFAC-8D18-5CD8-6F87-FA9B08820BEA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39" name="Rounded Rectangle 42">
              <a:extLst>
                <a:ext uri="{FF2B5EF4-FFF2-40B4-BE49-F238E27FC236}">
                  <a16:creationId xmlns:a16="http://schemas.microsoft.com/office/drawing/2014/main" id="{4FD5715F-400E-0B09-C7F4-C05FC4B7CC6B}"/>
                </a:ext>
              </a:extLst>
            </p:cNvPr>
            <p:cNvSpPr/>
            <p:nvPr/>
          </p:nvSpPr>
          <p:spPr>
            <a:xfrm>
              <a:off x="2604588" y="6186516"/>
              <a:ext cx="1005840" cy="3200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209D7AC-6208-864A-A9D4-34B1B977D3AC}"/>
                </a:ext>
              </a:extLst>
            </p:cNvPr>
            <p:cNvSpPr txBox="1"/>
            <p:nvPr/>
          </p:nvSpPr>
          <p:spPr>
            <a:xfrm>
              <a:off x="2822636" y="6222286"/>
              <a:ext cx="54373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sz="1400" b="1" dirty="0" err="1">
                  <a:solidFill>
                    <a:srgbClr val="E6F0FF"/>
                  </a:solidFill>
                  <a:latin typeface="Calibri"/>
                </a:rPr>
                <a:t>발사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  <p:sp>
          <p:nvSpPr>
            <p:cNvPr id="141" name="Rounded Rectangle 44">
              <a:extLst>
                <a:ext uri="{FF2B5EF4-FFF2-40B4-BE49-F238E27FC236}">
                  <a16:creationId xmlns:a16="http://schemas.microsoft.com/office/drawing/2014/main" id="{2FF4A9D4-9F95-9EF4-01CD-6EF436456273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B7DA4A4-2F63-F0CD-3D32-E6BE5E799FA8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DF77D5E-0BCF-0F59-7915-B0D6BE4E4A80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85D3EBC-F243-CF5E-EAA2-42CAC1C6CEA0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338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  <a:endParaRPr lang="ko-KR" altLang="en-US" dirty="0"/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ED952BA-AB1E-A0C9-2440-087455F17C2C}"/>
              </a:ext>
            </a:extLst>
          </p:cNvPr>
          <p:cNvGrpSpPr/>
          <p:nvPr/>
        </p:nvGrpSpPr>
        <p:grpSpPr>
          <a:xfrm>
            <a:off x="2576748" y="5245126"/>
            <a:ext cx="2335654" cy="1375870"/>
            <a:chOff x="2561548" y="4753840"/>
            <a:chExt cx="2335654" cy="1893826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588AACDA-7CD3-4F22-4AAB-248ED8EA13A1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147" name="Oval 36">
              <a:extLst>
                <a:ext uri="{FF2B5EF4-FFF2-40B4-BE49-F238E27FC236}">
                  <a16:creationId xmlns:a16="http://schemas.microsoft.com/office/drawing/2014/main" id="{508163D0-487C-E163-D180-FADF566BB8B9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srgbClr val="FFFF00"/>
                </a:solidFill>
                <a:latin typeface="Calibri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B1E73F4C-6E40-4784-F41F-9316254CF7BC}"/>
                </a:ext>
              </a:extLst>
            </p:cNvPr>
            <p:cNvSpPr txBox="1"/>
            <p:nvPr/>
          </p:nvSpPr>
          <p:spPr>
            <a:xfrm>
              <a:off x="2886444" y="4798390"/>
              <a:ext cx="538930" cy="4236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FFFF0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FFFF00"/>
                </a:solidFill>
                <a:latin typeface="Calibri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112134E-FBDD-538B-3926-CF6821E9C666}"/>
                </a:ext>
              </a:extLst>
            </p:cNvPr>
            <p:cNvSpPr txBox="1"/>
            <p:nvPr/>
          </p:nvSpPr>
          <p:spPr>
            <a:xfrm>
              <a:off x="2631140" y="5113422"/>
              <a:ext cx="800219" cy="381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FFFF00"/>
                  </a:solidFill>
                  <a:latin typeface="Calibri"/>
                </a:rPr>
                <a:t>초기유도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38298C3-82DA-C6BE-199C-310956BD6D89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51" name="Rounded Rectangle 42">
              <a:extLst>
                <a:ext uri="{FF2B5EF4-FFF2-40B4-BE49-F238E27FC236}">
                  <a16:creationId xmlns:a16="http://schemas.microsoft.com/office/drawing/2014/main" id="{04335847-123D-E4AB-CD80-5565C2814781}"/>
                </a:ext>
              </a:extLst>
            </p:cNvPr>
            <p:cNvSpPr/>
            <p:nvPr/>
          </p:nvSpPr>
          <p:spPr>
            <a:xfrm>
              <a:off x="2604588" y="6186516"/>
              <a:ext cx="1005840" cy="3200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FCABA02-E351-E271-90E3-579C206AC25C}"/>
                </a:ext>
              </a:extLst>
            </p:cNvPr>
            <p:cNvSpPr txBox="1"/>
            <p:nvPr/>
          </p:nvSpPr>
          <p:spPr>
            <a:xfrm>
              <a:off x="2822636" y="6222286"/>
              <a:ext cx="54373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sz="1400" b="1" dirty="0" err="1">
                  <a:solidFill>
                    <a:srgbClr val="E6F0FF"/>
                  </a:solidFill>
                  <a:latin typeface="Calibri"/>
                </a:rPr>
                <a:t>발사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  <p:sp>
          <p:nvSpPr>
            <p:cNvPr id="153" name="Rounded Rectangle 44">
              <a:extLst>
                <a:ext uri="{FF2B5EF4-FFF2-40B4-BE49-F238E27FC236}">
                  <a16:creationId xmlns:a16="http://schemas.microsoft.com/office/drawing/2014/main" id="{C6FCE932-B874-B46E-2FD2-2313E69CB3BC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98A14AF-B9F1-CC4E-22E3-16FB0CBD8696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EF8EA80-088B-1647-D547-869CA24F90FB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40FE15E-4EC8-EDA3-7754-9E13DD6962E6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338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  <a:endParaRPr lang="ko-KR" altLang="en-US" dirty="0"/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2F04E882-1E6C-820D-988D-533B3BF923A4}"/>
              </a:ext>
            </a:extLst>
          </p:cNvPr>
          <p:cNvGrpSpPr/>
          <p:nvPr/>
        </p:nvGrpSpPr>
        <p:grpSpPr>
          <a:xfrm>
            <a:off x="282105" y="5234990"/>
            <a:ext cx="2335654" cy="1375870"/>
            <a:chOff x="2561548" y="4753840"/>
            <a:chExt cx="2335654" cy="1893826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FBCA60AF-3605-6EE6-53D1-762F0A83376D}"/>
                </a:ext>
              </a:extLst>
            </p:cNvPr>
            <p:cNvSpPr/>
            <p:nvPr/>
          </p:nvSpPr>
          <p:spPr>
            <a:xfrm>
              <a:off x="2561548" y="4753840"/>
              <a:ext cx="2224971" cy="1893826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/>
              <a:endParaRPr lang="en-US" altLang="ko-KR" sz="1000" dirty="0">
                <a:solidFill>
                  <a:srgbClr val="78A0BE"/>
                </a:solidFill>
                <a:latin typeface="Calibri"/>
              </a:endParaRPr>
            </a:p>
          </p:txBody>
        </p:sp>
        <p:sp>
          <p:nvSpPr>
            <p:cNvPr id="159" name="Oval 36">
              <a:extLst>
                <a:ext uri="{FF2B5EF4-FFF2-40B4-BE49-F238E27FC236}">
                  <a16:creationId xmlns:a16="http://schemas.microsoft.com/office/drawing/2014/main" id="{30641677-636A-3F46-2D8B-778CE8B8C5A5}"/>
                </a:ext>
              </a:extLst>
            </p:cNvPr>
            <p:cNvSpPr/>
            <p:nvPr/>
          </p:nvSpPr>
          <p:spPr>
            <a:xfrm>
              <a:off x="2718547" y="4827957"/>
              <a:ext cx="171202" cy="24865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AF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FB83183-AA35-8105-8524-A8918B114D92}"/>
                </a:ext>
              </a:extLst>
            </p:cNvPr>
            <p:cNvSpPr txBox="1"/>
            <p:nvPr/>
          </p:nvSpPr>
          <p:spPr>
            <a:xfrm>
              <a:off x="2886444" y="4798391"/>
              <a:ext cx="53893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400" b="1" dirty="0" err="1">
                  <a:solidFill>
                    <a:srgbClr val="00B050"/>
                  </a:solidFill>
                  <a:latin typeface="Calibri"/>
                </a:rPr>
                <a:t>Isam</a:t>
              </a:r>
              <a:endParaRPr lang="en-US" sz="14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C77D4D2-C34E-8FF0-FB5F-304CBEA19970}"/>
                </a:ext>
              </a:extLst>
            </p:cNvPr>
            <p:cNvSpPr txBox="1"/>
            <p:nvPr/>
          </p:nvSpPr>
          <p:spPr>
            <a:xfrm>
              <a:off x="2631140" y="5113422"/>
              <a:ext cx="646331" cy="381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200" dirty="0">
                  <a:solidFill>
                    <a:srgbClr val="00B050"/>
                  </a:solidFill>
                  <a:latin typeface="Calibri"/>
                </a:rPr>
                <a:t>대기중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7EEE63E-66F4-2F52-66C1-E16C230D00A0}"/>
                </a:ext>
              </a:extLst>
            </p:cNvPr>
            <p:cNvSpPr txBox="1"/>
            <p:nvPr/>
          </p:nvSpPr>
          <p:spPr>
            <a:xfrm>
              <a:off x="3703414" y="4823348"/>
              <a:ext cx="795859" cy="277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en-US" sz="1200" dirty="0">
                  <a:solidFill>
                    <a:srgbClr val="AAC8DC"/>
                  </a:solidFill>
                  <a:latin typeface="Calibri"/>
                </a:rPr>
                <a:t>ISAM-002</a:t>
              </a:r>
            </a:p>
          </p:txBody>
        </p:sp>
        <p:sp>
          <p:nvSpPr>
            <p:cNvPr id="163" name="Rounded Rectangle 42">
              <a:extLst>
                <a:ext uri="{FF2B5EF4-FFF2-40B4-BE49-F238E27FC236}">
                  <a16:creationId xmlns:a16="http://schemas.microsoft.com/office/drawing/2014/main" id="{E9DE6082-6193-AEDD-D29A-483C2A3AE8C9}"/>
                </a:ext>
              </a:extLst>
            </p:cNvPr>
            <p:cNvSpPr/>
            <p:nvPr/>
          </p:nvSpPr>
          <p:spPr>
            <a:xfrm>
              <a:off x="2604588" y="6186516"/>
              <a:ext cx="1005840" cy="3200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DA73EB3-6332-9934-C363-FE3673075C78}"/>
                </a:ext>
              </a:extLst>
            </p:cNvPr>
            <p:cNvSpPr txBox="1"/>
            <p:nvPr/>
          </p:nvSpPr>
          <p:spPr>
            <a:xfrm>
              <a:off x="2822636" y="6222286"/>
              <a:ext cx="54373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sz="1400" b="1" dirty="0" err="1">
                  <a:solidFill>
                    <a:srgbClr val="E6F0FF"/>
                  </a:solidFill>
                  <a:latin typeface="Calibri"/>
                </a:rPr>
                <a:t>발사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  <p:sp>
          <p:nvSpPr>
            <p:cNvPr id="165" name="Rounded Rectangle 44">
              <a:extLst>
                <a:ext uri="{FF2B5EF4-FFF2-40B4-BE49-F238E27FC236}">
                  <a16:creationId xmlns:a16="http://schemas.microsoft.com/office/drawing/2014/main" id="{AE286020-03AE-2373-98D1-B7DCFAFC828E}"/>
                </a:ext>
              </a:extLst>
            </p:cNvPr>
            <p:cNvSpPr/>
            <p:nvPr/>
          </p:nvSpPr>
          <p:spPr>
            <a:xfrm>
              <a:off x="3688212" y="6180384"/>
              <a:ext cx="1005840" cy="320040"/>
            </a:xfrm>
            <a:prstGeom prst="roundRect">
              <a:avLst/>
            </a:prstGeom>
            <a:solidFill>
              <a:srgbClr val="5A1E32"/>
            </a:solidFill>
            <a:ln w="12700">
              <a:solidFill>
                <a:srgbClr val="B450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A47D4E8-D1DA-D3A2-A7E9-0259CF827818}"/>
                </a:ext>
              </a:extLst>
            </p:cNvPr>
            <p:cNvSpPr txBox="1"/>
            <p:nvPr/>
          </p:nvSpPr>
          <p:spPr>
            <a:xfrm>
              <a:off x="3912449" y="6208462"/>
              <a:ext cx="5437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FFDCE6"/>
                  </a:solidFill>
                  <a:latin typeface="Calibri"/>
                </a:rPr>
                <a:t>자폭</a:t>
              </a:r>
              <a:endParaRPr sz="1400" b="1" dirty="0">
                <a:solidFill>
                  <a:srgbClr val="FFDCE6"/>
                </a:solidFill>
                <a:latin typeface="Calibri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2DB1F47-75B0-A1EB-D7E6-F0667504262F}"/>
                </a:ext>
              </a:extLst>
            </p:cNvPr>
            <p:cNvSpPr txBox="1"/>
            <p:nvPr/>
          </p:nvSpPr>
          <p:spPr>
            <a:xfrm>
              <a:off x="3685307" y="5177580"/>
              <a:ext cx="121189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위도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38.111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경도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136.88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고도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15 km</a:t>
              </a:r>
            </a:p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속력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1000 m/s</a:t>
              </a:r>
            </a:p>
            <a:p>
              <a:endParaRPr lang="ko-KR" altLang="en-US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75AD5CB-1226-7A6C-EE35-442AEE44C9B3}"/>
                </a:ext>
              </a:extLst>
            </p:cNvPr>
            <p:cNvSpPr txBox="1"/>
            <p:nvPr/>
          </p:nvSpPr>
          <p:spPr>
            <a:xfrm>
              <a:off x="2619144" y="5567047"/>
              <a:ext cx="1071590" cy="338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ko-KR" altLang="en-US" sz="1000" dirty="0">
                  <a:solidFill>
                    <a:srgbClr val="78A0BE"/>
                  </a:solidFill>
                  <a:latin typeface="Calibri"/>
                </a:rPr>
                <a:t>표적</a:t>
              </a:r>
              <a:r>
                <a:rPr lang="en-US" altLang="ko-KR" sz="1000" dirty="0">
                  <a:solidFill>
                    <a:srgbClr val="78A0BE"/>
                  </a:solidFill>
                  <a:latin typeface="Calibri"/>
                </a:rPr>
                <a:t>: pyo-001</a:t>
              </a:r>
              <a:endParaRPr lang="ko-KR" altLang="en-US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DB63956-E894-171F-1D61-BE1783E58CB2}"/>
              </a:ext>
            </a:extLst>
          </p:cNvPr>
          <p:cNvGrpSpPr/>
          <p:nvPr/>
        </p:nvGrpSpPr>
        <p:grpSpPr>
          <a:xfrm>
            <a:off x="9524781" y="880181"/>
            <a:ext cx="2828655" cy="5762791"/>
            <a:chOff x="9524781" y="880181"/>
            <a:chExt cx="2828655" cy="576279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5A2835E-85F5-C94C-391D-A4D044743E84}"/>
                </a:ext>
              </a:extLst>
            </p:cNvPr>
            <p:cNvSpPr/>
            <p:nvPr/>
          </p:nvSpPr>
          <p:spPr>
            <a:xfrm>
              <a:off x="9524781" y="894105"/>
              <a:ext cx="2460742" cy="5748867"/>
            </a:xfrm>
            <a:prstGeom prst="rect">
              <a:avLst/>
            </a:prstGeom>
            <a:solidFill>
              <a:srgbClr val="0F2337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3E69164E-EC00-A576-99AA-FFF218A804FC}"/>
                </a:ext>
              </a:extLst>
            </p:cNvPr>
            <p:cNvSpPr/>
            <p:nvPr/>
          </p:nvSpPr>
          <p:spPr>
            <a:xfrm>
              <a:off x="9578635" y="984874"/>
              <a:ext cx="2353033" cy="5559495"/>
            </a:xfrm>
            <a:prstGeom prst="rect">
              <a:avLst/>
            </a:prstGeom>
            <a:solidFill>
              <a:srgbClr val="0D1E3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C8CC1264-8A6F-EF84-EE6F-324F3D7B43A1}"/>
                </a:ext>
              </a:extLst>
            </p:cNvPr>
            <p:cNvSpPr txBox="1"/>
            <p:nvPr/>
          </p:nvSpPr>
          <p:spPr>
            <a:xfrm>
              <a:off x="9549463" y="1037625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71F4E6C-03D1-3E06-7ABA-9EECD5A4AF67}"/>
                </a:ext>
              </a:extLst>
            </p:cNvPr>
            <p:cNvSpPr txBox="1"/>
            <p:nvPr/>
          </p:nvSpPr>
          <p:spPr>
            <a:xfrm>
              <a:off x="9549463" y="1222291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4EA22EA-3262-EB2B-41A6-424561EBEBC8}"/>
                </a:ext>
              </a:extLst>
            </p:cNvPr>
            <p:cNvSpPr txBox="1"/>
            <p:nvPr/>
          </p:nvSpPr>
          <p:spPr>
            <a:xfrm>
              <a:off x="9549463" y="1413344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E2251FDF-BE46-AC6A-96DB-AF17322D435D}"/>
                </a:ext>
              </a:extLst>
            </p:cNvPr>
            <p:cNvSpPr txBox="1"/>
            <p:nvPr/>
          </p:nvSpPr>
          <p:spPr>
            <a:xfrm>
              <a:off x="9549463" y="1599450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E5A3629-BD44-D9B5-9CF4-6F28089B2046}"/>
                </a:ext>
              </a:extLst>
            </p:cNvPr>
            <p:cNvSpPr txBox="1"/>
            <p:nvPr/>
          </p:nvSpPr>
          <p:spPr>
            <a:xfrm>
              <a:off x="9549463" y="1784116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0B01A06-F801-2402-7E4D-77F730E3AB72}"/>
                </a:ext>
              </a:extLst>
            </p:cNvPr>
            <p:cNvSpPr txBox="1"/>
            <p:nvPr/>
          </p:nvSpPr>
          <p:spPr>
            <a:xfrm>
              <a:off x="9549463" y="1975169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BBA64F-8333-4E58-400A-FE391B30E2BD}"/>
                </a:ext>
              </a:extLst>
            </p:cNvPr>
            <p:cNvSpPr txBox="1"/>
            <p:nvPr/>
          </p:nvSpPr>
          <p:spPr>
            <a:xfrm>
              <a:off x="9549463" y="2168517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F4A951-DCA1-4428-87D5-A2F08DA6372F}"/>
                </a:ext>
              </a:extLst>
            </p:cNvPr>
            <p:cNvSpPr txBox="1"/>
            <p:nvPr/>
          </p:nvSpPr>
          <p:spPr>
            <a:xfrm>
              <a:off x="9549463" y="2353183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18C869-3C57-44A4-5E27-7EDCEA4B7463}"/>
                </a:ext>
              </a:extLst>
            </p:cNvPr>
            <p:cNvSpPr txBox="1"/>
            <p:nvPr/>
          </p:nvSpPr>
          <p:spPr>
            <a:xfrm>
              <a:off x="9549463" y="2544236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6E26B9-DD08-E60A-2612-454D275B2702}"/>
                </a:ext>
              </a:extLst>
            </p:cNvPr>
            <p:cNvSpPr txBox="1"/>
            <p:nvPr/>
          </p:nvSpPr>
          <p:spPr>
            <a:xfrm>
              <a:off x="9549463" y="2730342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CA6374-E471-AC16-F487-0268776ADF0E}"/>
                </a:ext>
              </a:extLst>
            </p:cNvPr>
            <p:cNvSpPr txBox="1"/>
            <p:nvPr/>
          </p:nvSpPr>
          <p:spPr>
            <a:xfrm>
              <a:off x="9549463" y="2915008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92F2D9-B051-2A61-61BF-4E46045983F3}"/>
                </a:ext>
              </a:extLst>
            </p:cNvPr>
            <p:cNvSpPr txBox="1"/>
            <p:nvPr/>
          </p:nvSpPr>
          <p:spPr>
            <a:xfrm>
              <a:off x="9549463" y="3106061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941B25-0DA3-4670-34FB-CBCB1F43BA2A}"/>
                </a:ext>
              </a:extLst>
            </p:cNvPr>
            <p:cNvSpPr txBox="1"/>
            <p:nvPr/>
          </p:nvSpPr>
          <p:spPr>
            <a:xfrm>
              <a:off x="9545660" y="3296052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D986A5-2E0C-8DE8-67AC-CB7DC7F38E5F}"/>
                </a:ext>
              </a:extLst>
            </p:cNvPr>
            <p:cNvSpPr txBox="1"/>
            <p:nvPr/>
          </p:nvSpPr>
          <p:spPr>
            <a:xfrm>
              <a:off x="9545660" y="3480718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3F397-D7A6-1E74-E472-A4B8D24F6444}"/>
                </a:ext>
              </a:extLst>
            </p:cNvPr>
            <p:cNvSpPr txBox="1"/>
            <p:nvPr/>
          </p:nvSpPr>
          <p:spPr>
            <a:xfrm>
              <a:off x="9545660" y="3671771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A0AD85-B6A4-7819-0C25-627EDC322B32}"/>
                </a:ext>
              </a:extLst>
            </p:cNvPr>
            <p:cNvSpPr txBox="1"/>
            <p:nvPr/>
          </p:nvSpPr>
          <p:spPr>
            <a:xfrm>
              <a:off x="9545660" y="3857877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8A7176-DB6F-BFD5-755C-55CE2BFBD2F0}"/>
                </a:ext>
              </a:extLst>
            </p:cNvPr>
            <p:cNvSpPr txBox="1"/>
            <p:nvPr/>
          </p:nvSpPr>
          <p:spPr>
            <a:xfrm>
              <a:off x="9545660" y="4042543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3C2DF6-3370-49E7-BCA0-9EC7A9D82866}"/>
                </a:ext>
              </a:extLst>
            </p:cNvPr>
            <p:cNvSpPr txBox="1"/>
            <p:nvPr/>
          </p:nvSpPr>
          <p:spPr>
            <a:xfrm>
              <a:off x="9545660" y="4233596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E7CC53-7C99-1A18-2148-63DBDDEED861}"/>
                </a:ext>
              </a:extLst>
            </p:cNvPr>
            <p:cNvSpPr txBox="1"/>
            <p:nvPr/>
          </p:nvSpPr>
          <p:spPr>
            <a:xfrm>
              <a:off x="9545660" y="4426944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760231-DFB3-DD65-7FDF-714BA6DB9ADF}"/>
                </a:ext>
              </a:extLst>
            </p:cNvPr>
            <p:cNvSpPr txBox="1"/>
            <p:nvPr/>
          </p:nvSpPr>
          <p:spPr>
            <a:xfrm>
              <a:off x="9545660" y="4611610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839108-3859-1909-A101-72D9270C9B97}"/>
                </a:ext>
              </a:extLst>
            </p:cNvPr>
            <p:cNvSpPr txBox="1"/>
            <p:nvPr/>
          </p:nvSpPr>
          <p:spPr>
            <a:xfrm>
              <a:off x="9545660" y="4802663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DD8C22-35E4-DE4E-19BE-332E9D40CBDF}"/>
                </a:ext>
              </a:extLst>
            </p:cNvPr>
            <p:cNvSpPr txBox="1"/>
            <p:nvPr/>
          </p:nvSpPr>
          <p:spPr>
            <a:xfrm>
              <a:off x="9545660" y="4988769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8BEF37-D28D-5A57-2B3D-FB9B39B70ECA}"/>
                </a:ext>
              </a:extLst>
            </p:cNvPr>
            <p:cNvSpPr txBox="1"/>
            <p:nvPr/>
          </p:nvSpPr>
          <p:spPr>
            <a:xfrm>
              <a:off x="9545660" y="5173435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E00DDA-5029-87D9-2A46-CC1BA31034E4}"/>
                </a:ext>
              </a:extLst>
            </p:cNvPr>
            <p:cNvSpPr txBox="1"/>
            <p:nvPr/>
          </p:nvSpPr>
          <p:spPr>
            <a:xfrm>
              <a:off x="9545660" y="5364488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B6B9E6-4894-B7F9-297F-83BC8A062E70}"/>
                </a:ext>
              </a:extLst>
            </p:cNvPr>
            <p:cNvSpPr txBox="1"/>
            <p:nvPr/>
          </p:nvSpPr>
          <p:spPr>
            <a:xfrm>
              <a:off x="9524781" y="5559487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C94C12-E7CE-57E8-8E4B-C596466DE2C7}"/>
                </a:ext>
              </a:extLst>
            </p:cNvPr>
            <p:cNvSpPr txBox="1"/>
            <p:nvPr/>
          </p:nvSpPr>
          <p:spPr>
            <a:xfrm>
              <a:off x="9524781" y="5745593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246C7B-C6F0-16D9-899A-540BAFC48FAD}"/>
                </a:ext>
              </a:extLst>
            </p:cNvPr>
            <p:cNvSpPr txBox="1"/>
            <p:nvPr/>
          </p:nvSpPr>
          <p:spPr>
            <a:xfrm>
              <a:off x="9524781" y="5930259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7643A9-FF83-1F8D-B53F-AE5F3848B883}"/>
                </a:ext>
              </a:extLst>
            </p:cNvPr>
            <p:cNvSpPr txBox="1"/>
            <p:nvPr/>
          </p:nvSpPr>
          <p:spPr>
            <a:xfrm>
              <a:off x="9524781" y="6121312"/>
              <a:ext cx="2803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FF00"/>
                  </a:solidFill>
                </a:rPr>
                <a:t>시스템 메시지</a:t>
              </a:r>
              <a:r>
                <a:rPr lang="en-US" altLang="ko-KR" sz="1000" dirty="0">
                  <a:solidFill>
                    <a:srgbClr val="FFFF00"/>
                  </a:solidFill>
                </a:rPr>
                <a:t>: LSAM-001(TARGET001) </a:t>
              </a:r>
              <a:r>
                <a:rPr lang="ko-KR" altLang="en-US" sz="1000" dirty="0">
                  <a:solidFill>
                    <a:srgbClr val="FFFF00"/>
                  </a:solidFill>
                </a:rPr>
                <a:t>요격성공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7D2F9D0-C2D7-6137-8154-D5B2D575B5F2}"/>
                </a:ext>
              </a:extLst>
            </p:cNvPr>
            <p:cNvSpPr/>
            <p:nvPr/>
          </p:nvSpPr>
          <p:spPr>
            <a:xfrm>
              <a:off x="11843657" y="889862"/>
              <a:ext cx="168793" cy="574886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화살표: 아래쪽 31">
              <a:extLst>
                <a:ext uri="{FF2B5EF4-FFF2-40B4-BE49-F238E27FC236}">
                  <a16:creationId xmlns:a16="http://schemas.microsoft.com/office/drawing/2014/main" id="{0F88FB88-EFE0-BF3E-4B5B-BF457C259DC4}"/>
                </a:ext>
              </a:extLst>
            </p:cNvPr>
            <p:cNvSpPr/>
            <p:nvPr/>
          </p:nvSpPr>
          <p:spPr>
            <a:xfrm rot="5400000">
              <a:off x="11835170" y="899134"/>
              <a:ext cx="202281" cy="164375"/>
            </a:xfrm>
            <a:prstGeom prst="chevr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681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5F6AE-B730-1337-8BCF-F51EEB50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DE61C706-3233-C7F7-5553-1649B54E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88C67EA3-86E3-C6EE-859F-BCA524077130}"/>
              </a:ext>
            </a:extLst>
          </p:cNvPr>
          <p:cNvSpPr>
            <a:spLocks/>
          </p:cNvSpPr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C374A8-5772-C100-0483-53787ADFEAE6}"/>
              </a:ext>
            </a:extLst>
          </p:cNvPr>
          <p:cNvSpPr/>
          <p:nvPr/>
        </p:nvSpPr>
        <p:spPr>
          <a:xfrm>
            <a:off x="7251945" y="3939463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A40B1E-94D8-E9FB-6670-8882A339D8AA}"/>
              </a:ext>
            </a:extLst>
          </p:cNvPr>
          <p:cNvSpPr/>
          <p:nvPr/>
        </p:nvSpPr>
        <p:spPr>
          <a:xfrm>
            <a:off x="9457262" y="778358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0DE26E7-65A0-4ADA-61DC-EA51080427AA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65CD60-FBB1-E3D9-24D0-B4C9E298C5EF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67BA1-62E2-C1DB-321F-6E4E5D620718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초기화면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E5A9A-E595-815D-C729-FCBD1F1D1308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D364F6A-38CB-4511-2869-2FAA6ED44457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B4600F-3528-3FD2-57E6-0E1109E84FEF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2C5358-BA71-B7E6-235B-92A77A2E55C4}"/>
              </a:ext>
            </a:extLst>
          </p:cNvPr>
          <p:cNvSpPr txBox="1"/>
          <p:nvPr/>
        </p:nvSpPr>
        <p:spPr>
          <a:xfrm>
            <a:off x="303190" y="4652108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93889A-EAF2-3F02-B844-BF4BAE520BDF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CF89C6-D2CD-6AA1-DC9F-8B075CBEEE4F}"/>
              </a:ext>
            </a:extLst>
          </p:cNvPr>
          <p:cNvSpPr txBox="1"/>
          <p:nvPr/>
        </p:nvSpPr>
        <p:spPr>
          <a:xfrm>
            <a:off x="352708" y="5420159"/>
            <a:ext cx="7601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C763589-484A-E78E-9A58-8949D9BCEE11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5AF376-5AC1-E0E4-CEDA-1E1EEDFC9515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DB81F9B-BAF1-E9E3-BCC1-96F634C41F63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3C1FA4-D1BF-9C73-6BFC-DA823D8E2B51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90250EF7-D3C7-0CEB-D3C2-A9E722346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A668D8A9-80F0-E816-1A9F-7FDF99216F7E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48CFD8DE-3FBF-951D-91D9-152A9B8225EC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F8A9BE-5C37-B1CB-B563-84BEC06EA8A4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768998-643C-E3F0-9115-1828CD766127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E7B2E0-BEBC-8384-B4CA-6931CA5D8901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extLst>
              <a:ext uri="{FF2B5EF4-FFF2-40B4-BE49-F238E27FC236}">
                <a16:creationId xmlns:a16="http://schemas.microsoft.com/office/drawing/2014/main" id="{6DFBD953-2CF5-1A1F-558E-347A6F493B92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419741-66A4-5F8C-D909-0D615E2D0657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26A2CB1C-2E03-3B13-5B77-7F98D5204CB2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25632B-ADF6-D785-9E68-F5DFDED3B955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60A9609E-CEF9-5638-6159-14FCFC5CC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873CFFA-D1E5-4981-7EC6-E6BD58E8F18D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CC3F2C05-29DE-B189-A70B-C249F7C1D4E4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C6ED1F1-97E7-2A33-DF7B-18D8CD4538AF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257EB0F-BA4C-93C5-10EC-29EE6C0EF3B8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AC98AA9-EADB-822E-CE1F-7B51A3981100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3D06D6AE-0F45-FD82-9F56-23BD14B1A33F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AA76732-34A3-7357-6E10-653DFCC88826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92630AAA-50B8-4A0C-ED40-E76A83EF5084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407C266-6DDA-E419-6241-96A06B8DAD53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2001259E-58E7-0FCB-C0B3-205FC8F8E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9E5E3D5-658A-749A-0CFD-750A69494AFF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228D654D-56F3-F9B5-D7F5-49F46355BA7B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B62258-4504-5833-81CC-B5E70135563A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BB8B426-8D50-639A-3E17-9ACD7FA16A0C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AA4265B-FC9B-08BC-E3B1-4247A1D3D448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CCE75480-62DE-6B75-03D9-4FDEB6694325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FD87536-8FC0-E512-054E-7A8B3E74A990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358B81DE-2222-69FB-D7CC-466ABD90BF5B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B02F777-E915-93FC-C963-B5384885CC1B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7A190CC4-380B-18AC-2D00-5CE4BB9AF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BB1D64-4388-0E42-730C-4459278B4F33}"/>
              </a:ext>
            </a:extLst>
          </p:cNvPr>
          <p:cNvSpPr/>
          <p:nvPr/>
        </p:nvSpPr>
        <p:spPr>
          <a:xfrm>
            <a:off x="9516118" y="847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48B8EF9-E423-187E-2B1B-47D8930A32DE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06DC9BA-412C-0AB3-04E4-B09CBC034311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88D888C-623D-40B2-905D-41A13372F15F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B9D84E9-124D-6445-6F80-C132D2EC5417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hlinkClick r:id="rId5" action="ppaction://hlinksldjump"/>
            <a:extLst>
              <a:ext uri="{FF2B5EF4-FFF2-40B4-BE49-F238E27FC236}">
                <a16:creationId xmlns:a16="http://schemas.microsoft.com/office/drawing/2014/main" id="{940E00C2-A221-D382-8ED0-DD9F2F6AAF9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31914-4E21-8DBE-D045-C0BCE4BA27CC}"/>
              </a:ext>
            </a:extLst>
          </p:cNvPr>
          <p:cNvSpPr txBox="1"/>
          <p:nvPr/>
        </p:nvSpPr>
        <p:spPr>
          <a:xfrm>
            <a:off x="9932852" y="1285774"/>
            <a:ext cx="151384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탐지된 타겟 없음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EAEC8-9AEF-9FBB-0A14-952D1EE3469A}"/>
              </a:ext>
            </a:extLst>
          </p:cNvPr>
          <p:cNvSpPr txBox="1"/>
          <p:nvPr/>
        </p:nvSpPr>
        <p:spPr>
          <a:xfrm>
            <a:off x="7294542" y="4003550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DE7766-C7F4-1B32-3A83-E0440CCF7E11}"/>
              </a:ext>
            </a:extLst>
          </p:cNvPr>
          <p:cNvSpPr/>
          <p:nvPr/>
        </p:nvSpPr>
        <p:spPr>
          <a:xfrm>
            <a:off x="8246805" y="3843281"/>
            <a:ext cx="1163185" cy="460334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AA08CA-01BF-509F-E93D-0B2CB8FC7C1F}"/>
              </a:ext>
            </a:extLst>
          </p:cNvPr>
          <p:cNvGrpSpPr/>
          <p:nvPr/>
        </p:nvGrpSpPr>
        <p:grpSpPr>
          <a:xfrm>
            <a:off x="8339131" y="3899549"/>
            <a:ext cx="1005840" cy="343547"/>
            <a:chOff x="11182416" y="2340566"/>
            <a:chExt cx="1005840" cy="343547"/>
          </a:xfrm>
        </p:grpSpPr>
        <p:sp>
          <p:nvSpPr>
            <p:cNvPr id="10" name="Rounded Rectangle 42">
              <a:extLst>
                <a:ext uri="{FF2B5EF4-FFF2-40B4-BE49-F238E27FC236}">
                  <a16:creationId xmlns:a16="http://schemas.microsoft.com/office/drawing/2014/main" id="{45FCDBDF-D2E0-52A7-4A00-01B4EF7EE609}"/>
                </a:ext>
              </a:extLst>
            </p:cNvPr>
            <p:cNvSpPr/>
            <p:nvPr/>
          </p:nvSpPr>
          <p:spPr>
            <a:xfrm>
              <a:off x="11182416" y="2340566"/>
              <a:ext cx="1005840" cy="320040"/>
            </a:xfrm>
            <a:prstGeom prst="roundRect">
              <a:avLst/>
            </a:prstGeom>
            <a:solidFill>
              <a:srgbClr val="A5A5A5"/>
            </a:solidFill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2285B7-479E-046C-EF63-270E8A85E023}"/>
                </a:ext>
              </a:extLst>
            </p:cNvPr>
            <p:cNvSpPr txBox="1"/>
            <p:nvPr/>
          </p:nvSpPr>
          <p:spPr>
            <a:xfrm>
              <a:off x="11220928" y="2376336"/>
              <a:ext cx="902811" cy="307777"/>
            </a:xfrm>
            <a:prstGeom prst="rect">
              <a:avLst/>
            </a:prstGeom>
            <a:solidFill>
              <a:srgbClr val="A5A5A5"/>
            </a:solidFill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E6F0FF"/>
                  </a:solidFill>
                  <a:latin typeface="Calibri"/>
                </a:rPr>
                <a:t>교전할당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848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4CF34591-686A-D762-332F-71CD44D9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639A3C89-23F7-0052-F761-1DC63309FD1F}"/>
              </a:ext>
            </a:extLst>
          </p:cNvPr>
          <p:cNvSpPr/>
          <p:nvPr/>
        </p:nvSpPr>
        <p:spPr>
          <a:xfrm>
            <a:off x="240607" y="5972054"/>
            <a:ext cx="9137768" cy="650068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78358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유도탄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UI접음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516118" y="847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hlinkClick r:id="rId4" action="ppaction://hlinksldjump"/>
            <a:extLst>
              <a:ext uri="{FF2B5EF4-FFF2-40B4-BE49-F238E27FC236}">
                <a16:creationId xmlns:a16="http://schemas.microsoft.com/office/drawing/2014/main" id="{BD92D444-BE7A-D3EF-74CF-191D1DA34E41}"/>
              </a:ext>
            </a:extLst>
          </p:cNvPr>
          <p:cNvSpPr/>
          <p:nvPr/>
        </p:nvSpPr>
        <p:spPr>
          <a:xfrm>
            <a:off x="262217" y="5663894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ECB8EB46-E2E7-84B2-8A31-8690E3202904}"/>
              </a:ext>
            </a:extLst>
          </p:cNvPr>
          <p:cNvSpPr/>
          <p:nvPr/>
        </p:nvSpPr>
        <p:spPr>
          <a:xfrm rot="16200000">
            <a:off x="274926" y="5673951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9932852" y="1285774"/>
            <a:ext cx="151384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탐지된 타겟 없음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C16AB8-E048-E840-00C9-F7468F3BE28E}"/>
              </a:ext>
            </a:extLst>
          </p:cNvPr>
          <p:cNvSpPr/>
          <p:nvPr/>
        </p:nvSpPr>
        <p:spPr>
          <a:xfrm>
            <a:off x="242535" y="5954830"/>
            <a:ext cx="2224971" cy="650068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36">
            <a:extLst>
              <a:ext uri="{FF2B5EF4-FFF2-40B4-BE49-F238E27FC236}">
                <a16:creationId xmlns:a16="http://schemas.microsoft.com/office/drawing/2014/main" id="{CF5B2777-BE9A-5C87-85AD-FB9F74982737}"/>
              </a:ext>
            </a:extLst>
          </p:cNvPr>
          <p:cNvSpPr/>
          <p:nvPr/>
        </p:nvSpPr>
        <p:spPr>
          <a:xfrm>
            <a:off x="336679" y="6021758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19407-2B90-730A-6217-9B14151DCCE0}"/>
              </a:ext>
            </a:extLst>
          </p:cNvPr>
          <p:cNvSpPr txBox="1"/>
          <p:nvPr/>
        </p:nvSpPr>
        <p:spPr>
          <a:xfrm>
            <a:off x="472605" y="5938162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94290-5E95-CF49-D857-547A2EADCBD7}"/>
              </a:ext>
            </a:extLst>
          </p:cNvPr>
          <p:cNvSpPr txBox="1"/>
          <p:nvPr/>
        </p:nvSpPr>
        <p:spPr>
          <a:xfrm>
            <a:off x="930627" y="5965554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98A615-D8D5-D6B8-6334-95F1B97D930D}"/>
              </a:ext>
            </a:extLst>
          </p:cNvPr>
          <p:cNvSpPr txBox="1"/>
          <p:nvPr/>
        </p:nvSpPr>
        <p:spPr>
          <a:xfrm>
            <a:off x="1685770" y="597205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14" name="Rounded Rectangle 42">
            <a:extLst>
              <a:ext uri="{FF2B5EF4-FFF2-40B4-BE49-F238E27FC236}">
                <a16:creationId xmlns:a16="http://schemas.microsoft.com/office/drawing/2014/main" id="{9E0A5F1E-39D7-642A-06C9-CAFD870BD7F2}"/>
              </a:ext>
            </a:extLst>
          </p:cNvPr>
          <p:cNvSpPr/>
          <p:nvPr/>
        </p:nvSpPr>
        <p:spPr>
          <a:xfrm>
            <a:off x="323540" y="6244332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DE787F-4288-3283-030B-C571CB8D06E8}"/>
              </a:ext>
            </a:extLst>
          </p:cNvPr>
          <p:cNvSpPr txBox="1"/>
          <p:nvPr/>
        </p:nvSpPr>
        <p:spPr>
          <a:xfrm>
            <a:off x="541588" y="628010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7" name="Rounded Rectangle 44">
            <a:extLst>
              <a:ext uri="{FF2B5EF4-FFF2-40B4-BE49-F238E27FC236}">
                <a16:creationId xmlns:a16="http://schemas.microsoft.com/office/drawing/2014/main" id="{B37E1604-9BBA-6E72-152D-79D161FD7B5F}"/>
              </a:ext>
            </a:extLst>
          </p:cNvPr>
          <p:cNvSpPr/>
          <p:nvPr/>
        </p:nvSpPr>
        <p:spPr>
          <a:xfrm>
            <a:off x="1407164" y="623820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65A361-B966-8F0F-9E3B-CD08CBEA9D27}"/>
              </a:ext>
            </a:extLst>
          </p:cNvPr>
          <p:cNvSpPr txBox="1"/>
          <p:nvPr/>
        </p:nvSpPr>
        <p:spPr>
          <a:xfrm>
            <a:off x="1631401" y="626627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9552145-BAEE-16FF-C043-FF87AE33B094}"/>
              </a:ext>
            </a:extLst>
          </p:cNvPr>
          <p:cNvSpPr/>
          <p:nvPr/>
        </p:nvSpPr>
        <p:spPr>
          <a:xfrm>
            <a:off x="8390684" y="5616780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33BC0-5007-ED22-781A-B61443567A9A}"/>
              </a:ext>
            </a:extLst>
          </p:cNvPr>
          <p:cNvSpPr txBox="1"/>
          <p:nvPr/>
        </p:nvSpPr>
        <p:spPr>
          <a:xfrm>
            <a:off x="8338609" y="5674507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42AC7E2-BD09-722E-4C2A-20343A6E3CCD}"/>
              </a:ext>
            </a:extLst>
          </p:cNvPr>
          <p:cNvSpPr/>
          <p:nvPr/>
        </p:nvSpPr>
        <p:spPr>
          <a:xfrm>
            <a:off x="2558956" y="5972293"/>
            <a:ext cx="2224971" cy="650068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Oval 36">
            <a:extLst>
              <a:ext uri="{FF2B5EF4-FFF2-40B4-BE49-F238E27FC236}">
                <a16:creationId xmlns:a16="http://schemas.microsoft.com/office/drawing/2014/main" id="{73D0E79C-4358-4CF9-8B5C-A57BD18FB27C}"/>
              </a:ext>
            </a:extLst>
          </p:cNvPr>
          <p:cNvSpPr/>
          <p:nvPr/>
        </p:nvSpPr>
        <p:spPr>
          <a:xfrm>
            <a:off x="2653100" y="6039221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E2E01B-4C09-ECC5-1EB9-83BEA46B9F43}"/>
              </a:ext>
            </a:extLst>
          </p:cNvPr>
          <p:cNvSpPr txBox="1"/>
          <p:nvPr/>
        </p:nvSpPr>
        <p:spPr>
          <a:xfrm>
            <a:off x="2789026" y="5955625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6F03F9-7FB1-3B99-7014-F221AC7B030F}"/>
              </a:ext>
            </a:extLst>
          </p:cNvPr>
          <p:cNvSpPr txBox="1"/>
          <p:nvPr/>
        </p:nvSpPr>
        <p:spPr>
          <a:xfrm>
            <a:off x="3247048" y="5983017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E83A14-C606-F873-FB84-89A9E920FE73}"/>
              </a:ext>
            </a:extLst>
          </p:cNvPr>
          <p:cNvSpPr txBox="1"/>
          <p:nvPr/>
        </p:nvSpPr>
        <p:spPr>
          <a:xfrm>
            <a:off x="4002191" y="5989517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</a:t>
            </a:r>
            <a:r>
              <a:rPr lang="en-US" sz="1200" dirty="0">
                <a:solidFill>
                  <a:srgbClr val="AAC8DC"/>
                </a:solidFill>
                <a:latin typeface="Calibri"/>
              </a:rPr>
              <a:t>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63" name="Rounded Rectangle 42">
            <a:extLst>
              <a:ext uri="{FF2B5EF4-FFF2-40B4-BE49-F238E27FC236}">
                <a16:creationId xmlns:a16="http://schemas.microsoft.com/office/drawing/2014/main" id="{E122976F-7413-7810-E402-788FECB33C4D}"/>
              </a:ext>
            </a:extLst>
          </p:cNvPr>
          <p:cNvSpPr/>
          <p:nvPr/>
        </p:nvSpPr>
        <p:spPr>
          <a:xfrm>
            <a:off x="2639961" y="6261795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553002-782D-CA88-06B6-6D4B16323846}"/>
              </a:ext>
            </a:extLst>
          </p:cNvPr>
          <p:cNvSpPr txBox="1"/>
          <p:nvPr/>
        </p:nvSpPr>
        <p:spPr>
          <a:xfrm>
            <a:off x="2858009" y="6297565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65" name="Rounded Rectangle 44">
            <a:extLst>
              <a:ext uri="{FF2B5EF4-FFF2-40B4-BE49-F238E27FC236}">
                <a16:creationId xmlns:a16="http://schemas.microsoft.com/office/drawing/2014/main" id="{A4949B06-E769-45D8-5F31-1D10AB4E1486}"/>
              </a:ext>
            </a:extLst>
          </p:cNvPr>
          <p:cNvSpPr/>
          <p:nvPr/>
        </p:nvSpPr>
        <p:spPr>
          <a:xfrm>
            <a:off x="3723968" y="623820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EBC3AD-1621-A55F-C27F-7212EBA7F0FA}"/>
              </a:ext>
            </a:extLst>
          </p:cNvPr>
          <p:cNvSpPr txBox="1"/>
          <p:nvPr/>
        </p:nvSpPr>
        <p:spPr>
          <a:xfrm>
            <a:off x="3947822" y="628374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05A1021-3DB8-8257-430E-8298DAE3F228}"/>
              </a:ext>
            </a:extLst>
          </p:cNvPr>
          <p:cNvSpPr/>
          <p:nvPr/>
        </p:nvSpPr>
        <p:spPr>
          <a:xfrm>
            <a:off x="4870489" y="5972055"/>
            <a:ext cx="2224971" cy="650068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Oval 36">
            <a:extLst>
              <a:ext uri="{FF2B5EF4-FFF2-40B4-BE49-F238E27FC236}">
                <a16:creationId xmlns:a16="http://schemas.microsoft.com/office/drawing/2014/main" id="{766347B0-C37A-E143-7CFF-996817794A45}"/>
              </a:ext>
            </a:extLst>
          </p:cNvPr>
          <p:cNvSpPr/>
          <p:nvPr/>
        </p:nvSpPr>
        <p:spPr>
          <a:xfrm>
            <a:off x="4964633" y="6038983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5BFC5C-94DE-C053-DF01-8115A7BFCED2}"/>
              </a:ext>
            </a:extLst>
          </p:cNvPr>
          <p:cNvSpPr txBox="1"/>
          <p:nvPr/>
        </p:nvSpPr>
        <p:spPr>
          <a:xfrm>
            <a:off x="5100559" y="5955387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D029BC-59A1-194F-64E4-EF6676B48589}"/>
              </a:ext>
            </a:extLst>
          </p:cNvPr>
          <p:cNvSpPr txBox="1"/>
          <p:nvPr/>
        </p:nvSpPr>
        <p:spPr>
          <a:xfrm>
            <a:off x="5558581" y="5982779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BC658B-F555-BDF3-A912-C9F396D0CF3F}"/>
              </a:ext>
            </a:extLst>
          </p:cNvPr>
          <p:cNvSpPr txBox="1"/>
          <p:nvPr/>
        </p:nvSpPr>
        <p:spPr>
          <a:xfrm>
            <a:off x="6313724" y="59892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</a:t>
            </a:r>
            <a:r>
              <a:rPr lang="en-US" sz="1200" dirty="0">
                <a:solidFill>
                  <a:srgbClr val="AAC8DC"/>
                </a:solidFill>
                <a:latin typeface="Calibri"/>
              </a:rPr>
              <a:t>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72" name="Rounded Rectangle 42">
            <a:extLst>
              <a:ext uri="{FF2B5EF4-FFF2-40B4-BE49-F238E27FC236}">
                <a16:creationId xmlns:a16="http://schemas.microsoft.com/office/drawing/2014/main" id="{0E99AAA3-5960-3B91-FD8B-30133F8D5CEE}"/>
              </a:ext>
            </a:extLst>
          </p:cNvPr>
          <p:cNvSpPr/>
          <p:nvPr/>
        </p:nvSpPr>
        <p:spPr>
          <a:xfrm>
            <a:off x="4951494" y="6261557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AD0FDD-AAFC-A78A-C0EE-161A41DE1782}"/>
              </a:ext>
            </a:extLst>
          </p:cNvPr>
          <p:cNvSpPr txBox="1"/>
          <p:nvPr/>
        </p:nvSpPr>
        <p:spPr>
          <a:xfrm>
            <a:off x="5169542" y="6297327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74" name="Rounded Rectangle 44">
            <a:extLst>
              <a:ext uri="{FF2B5EF4-FFF2-40B4-BE49-F238E27FC236}">
                <a16:creationId xmlns:a16="http://schemas.microsoft.com/office/drawing/2014/main" id="{204A7FB5-D167-3E7A-D12E-C2F36600F61F}"/>
              </a:ext>
            </a:extLst>
          </p:cNvPr>
          <p:cNvSpPr/>
          <p:nvPr/>
        </p:nvSpPr>
        <p:spPr>
          <a:xfrm>
            <a:off x="6035118" y="6255425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0129C6-40E0-D3CD-F477-E86BC4D56731}"/>
              </a:ext>
            </a:extLst>
          </p:cNvPr>
          <p:cNvSpPr txBox="1"/>
          <p:nvPr/>
        </p:nvSpPr>
        <p:spPr>
          <a:xfrm>
            <a:off x="6259355" y="6283503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BC8487-84CA-C1B7-CC2F-02FCECCE1616}"/>
              </a:ext>
            </a:extLst>
          </p:cNvPr>
          <p:cNvSpPr/>
          <p:nvPr/>
        </p:nvSpPr>
        <p:spPr>
          <a:xfrm>
            <a:off x="7158074" y="5964030"/>
            <a:ext cx="2224971" cy="650068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Oval 36">
            <a:extLst>
              <a:ext uri="{FF2B5EF4-FFF2-40B4-BE49-F238E27FC236}">
                <a16:creationId xmlns:a16="http://schemas.microsoft.com/office/drawing/2014/main" id="{CF2D22EB-C37D-D26A-ECC9-3ACFBCF50B37}"/>
              </a:ext>
            </a:extLst>
          </p:cNvPr>
          <p:cNvSpPr/>
          <p:nvPr/>
        </p:nvSpPr>
        <p:spPr>
          <a:xfrm>
            <a:off x="7252218" y="6030958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069175-9C4D-8B3D-F438-4BBEDB708501}"/>
              </a:ext>
            </a:extLst>
          </p:cNvPr>
          <p:cNvSpPr txBox="1"/>
          <p:nvPr/>
        </p:nvSpPr>
        <p:spPr>
          <a:xfrm>
            <a:off x="7388144" y="5947362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F087DA-2228-F727-8682-DBCD3D92D5DD}"/>
              </a:ext>
            </a:extLst>
          </p:cNvPr>
          <p:cNvSpPr txBox="1"/>
          <p:nvPr/>
        </p:nvSpPr>
        <p:spPr>
          <a:xfrm>
            <a:off x="7846166" y="5974754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676E0A-BA38-1D19-8E26-9F7D2B891DA3}"/>
              </a:ext>
            </a:extLst>
          </p:cNvPr>
          <p:cNvSpPr txBox="1"/>
          <p:nvPr/>
        </p:nvSpPr>
        <p:spPr>
          <a:xfrm>
            <a:off x="8598395" y="5972587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</a:t>
            </a:r>
            <a:r>
              <a:rPr lang="en-US" sz="1200" dirty="0">
                <a:solidFill>
                  <a:srgbClr val="AAC8DC"/>
                </a:solidFill>
                <a:latin typeface="Calibri"/>
              </a:rPr>
              <a:t>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81" name="Rounded Rectangle 42">
            <a:extLst>
              <a:ext uri="{FF2B5EF4-FFF2-40B4-BE49-F238E27FC236}">
                <a16:creationId xmlns:a16="http://schemas.microsoft.com/office/drawing/2014/main" id="{D4FCA140-39C3-5D97-D7C3-A5A517277430}"/>
              </a:ext>
            </a:extLst>
          </p:cNvPr>
          <p:cNvSpPr/>
          <p:nvPr/>
        </p:nvSpPr>
        <p:spPr>
          <a:xfrm>
            <a:off x="7239079" y="6253532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15FD843-885A-49B9-4A69-FA5284BAC988}"/>
              </a:ext>
            </a:extLst>
          </p:cNvPr>
          <p:cNvSpPr txBox="1"/>
          <p:nvPr/>
        </p:nvSpPr>
        <p:spPr>
          <a:xfrm>
            <a:off x="7457127" y="628930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83" name="Rounded Rectangle 44">
            <a:extLst>
              <a:ext uri="{FF2B5EF4-FFF2-40B4-BE49-F238E27FC236}">
                <a16:creationId xmlns:a16="http://schemas.microsoft.com/office/drawing/2014/main" id="{F5EACA7C-07C1-6949-E5EB-A5BC8E08D825}"/>
              </a:ext>
            </a:extLst>
          </p:cNvPr>
          <p:cNvSpPr/>
          <p:nvPr/>
        </p:nvSpPr>
        <p:spPr>
          <a:xfrm>
            <a:off x="8322703" y="624740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F5BA9E-3423-294D-6B60-C3293B1F20C8}"/>
              </a:ext>
            </a:extLst>
          </p:cNvPr>
          <p:cNvSpPr txBox="1"/>
          <p:nvPr/>
        </p:nvSpPr>
        <p:spPr>
          <a:xfrm>
            <a:off x="8546940" y="627547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71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1B182-4D3A-52F5-5DCD-2E95107D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F0C7EF28-A3DF-792D-A944-1E582C24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65" name="타원 64">
            <a:extLst>
              <a:ext uri="{FF2B5EF4-FFF2-40B4-BE49-F238E27FC236}">
                <a16:creationId xmlns:a16="http://schemas.microsoft.com/office/drawing/2014/main" id="{2679E79F-EA28-C723-D150-1EFE096F583A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hlinkClick r:id="rId4" action="ppaction://hlinksldjump"/>
            <a:extLst>
              <a:ext uri="{FF2B5EF4-FFF2-40B4-BE49-F238E27FC236}">
                <a16:creationId xmlns:a16="http://schemas.microsoft.com/office/drawing/2014/main" id="{977F3C47-27DA-2352-47A9-0D9887E490D6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5CC8F87-758B-5A77-E0BF-8C5AF82D3EEE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hlinkClick r:id="rId4" action="ppaction://hlinksldjump"/>
            <a:extLst>
              <a:ext uri="{FF2B5EF4-FFF2-40B4-BE49-F238E27FC236}">
                <a16:creationId xmlns:a16="http://schemas.microsoft.com/office/drawing/2014/main" id="{1CFD8BFB-64A2-52DD-E8A8-E45C12CA3190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93F9EB-A8EE-416C-9C97-A85883E24F09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CDDF4-99FC-E2A5-D7C4-A6E1E73986B9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타겟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탐지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AA761-5BCD-0CAB-4445-E95D4E975B21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72E4183-CB27-FCAB-7AC7-1EB72B2212DE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A00E48-128E-7C68-A035-C610A0E4F0E4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59519-55AD-06BF-2C7E-19891A4006E8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6B4D02-0B75-19FC-546C-C298394B5877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397C8-D39A-9DA7-C041-CD1876F6E41A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C09621-1C0D-B596-722F-4F3A5E9351EA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9BEE8F-B954-3287-59E8-8527263BCBC6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3287B-88ED-62BC-4F4E-050658C8DEC2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9B25E98-1428-EBAD-8A98-5584DC9ECF99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CDDE7C9F-1322-4FA9-F13F-53FD79CCE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E1A06C-1BF1-CDBA-8427-C3E0D1F7D577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5D803-E5FD-3338-6C3D-00880A650778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8BED6-2552-0170-E6B2-AC388C7CE51A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DEFE30-C521-754B-BBB5-504231F1A2E9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99F47A-02E1-C6FB-7235-8DC568201D8B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09C6C-0808-C784-265E-02A93BF8CA8E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1B4801-F2E7-FCC2-CEF9-060B268BB950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3B47005-D643-B7E5-73DF-3932801F0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B03312C-DCB7-616D-BD46-1EE80C1A0C54}"/>
              </a:ext>
            </a:extLst>
          </p:cNvPr>
          <p:cNvGrpSpPr/>
          <p:nvPr/>
        </p:nvGrpSpPr>
        <p:grpSpPr>
          <a:xfrm>
            <a:off x="9558750" y="3791419"/>
            <a:ext cx="2353033" cy="1293183"/>
            <a:chOff x="9558750" y="3791419"/>
            <a:chExt cx="2353033" cy="1293183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C39A1B4-F7B6-4411-D3AE-34A2588A482F}"/>
                </a:ext>
              </a:extLst>
            </p:cNvPr>
            <p:cNvSpPr/>
            <p:nvPr/>
          </p:nvSpPr>
          <p:spPr>
            <a:xfrm>
              <a:off x="9558750" y="3791419"/>
              <a:ext cx="2353033" cy="1293183"/>
            </a:xfrm>
            <a:prstGeom prst="rect">
              <a:avLst/>
            </a:prstGeom>
            <a:solidFill>
              <a:srgbClr val="0D1E3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4AC413-AFBA-7E71-9E96-E90709C1C2B8}"/>
                </a:ext>
              </a:extLst>
            </p:cNvPr>
            <p:cNvSpPr txBox="1"/>
            <p:nvPr/>
          </p:nvSpPr>
          <p:spPr>
            <a:xfrm>
              <a:off x="9631328" y="3843280"/>
              <a:ext cx="1031564" cy="307777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defTabSz="457200"/>
              <a:r>
                <a:rPr lang="en-US" sz="1400" b="1" dirty="0">
                  <a:solidFill>
                    <a:srgbClr val="FF0000"/>
                  </a:solidFill>
                  <a:latin typeface="Calibri"/>
                </a:rPr>
                <a:t>TARGET003</a:t>
              </a:r>
              <a:endParaRPr sz="1400" b="1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012855-6875-AA06-88AE-E2DCBA390CD3}"/>
                </a:ext>
              </a:extLst>
            </p:cNvPr>
            <p:cNvSpPr txBox="1"/>
            <p:nvPr/>
          </p:nvSpPr>
          <p:spPr>
            <a:xfrm>
              <a:off x="10501869" y="3888390"/>
              <a:ext cx="46679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sz="1100" dirty="0" err="1">
                  <a:solidFill>
                    <a:srgbClr val="C00000"/>
                  </a:solidFill>
                  <a:latin typeface="Calibri"/>
                </a:rPr>
                <a:t>이동</a:t>
              </a:r>
              <a:endParaRPr sz="1100" dirty="0">
                <a:solidFill>
                  <a:srgbClr val="C00000"/>
                </a:solidFill>
                <a:latin typeface="Calibri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AB347B3-E3F1-F201-BDAE-DD3F07173500}"/>
                </a:ext>
              </a:extLst>
            </p:cNvPr>
            <p:cNvSpPr txBox="1"/>
            <p:nvPr/>
          </p:nvSpPr>
          <p:spPr>
            <a:xfrm>
              <a:off x="9651316" y="4057612"/>
              <a:ext cx="108395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sz="1100" dirty="0">
                  <a:solidFill>
                    <a:srgbClr val="FFFF00"/>
                  </a:solidFill>
                  <a:latin typeface="Calibri"/>
                </a:rPr>
                <a:t>ID      cSAM-003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55C5DFF-D859-450D-9C16-D86BBFA2DCEC}"/>
                </a:ext>
              </a:extLst>
            </p:cNvPr>
            <p:cNvSpPr txBox="1"/>
            <p:nvPr/>
          </p:nvSpPr>
          <p:spPr>
            <a:xfrm>
              <a:off x="9643529" y="4283096"/>
              <a:ext cx="101983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sz="1100" dirty="0" err="1">
                  <a:solidFill>
                    <a:srgbClr val="FFFF00"/>
                  </a:solidFill>
                  <a:latin typeface="Calibri"/>
                </a:rPr>
                <a:t>거리</a:t>
              </a:r>
              <a:r>
                <a:rPr sz="1100" dirty="0">
                  <a:solidFill>
                    <a:srgbClr val="FFFF00"/>
                  </a:solidFill>
                  <a:latin typeface="Calibri"/>
                </a:rPr>
                <a:t>    </a:t>
              </a:r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800</a:t>
              </a:r>
              <a:r>
                <a:rPr sz="1100" dirty="0">
                  <a:solidFill>
                    <a:srgbClr val="FFFF00"/>
                  </a:solidFill>
                  <a:latin typeface="Calibri"/>
                </a:rPr>
                <a:t> km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8A31EB-B9B8-0F7B-C502-5ACDA94FBF1D}"/>
                </a:ext>
              </a:extLst>
            </p:cNvPr>
            <p:cNvSpPr txBox="1"/>
            <p:nvPr/>
          </p:nvSpPr>
          <p:spPr>
            <a:xfrm>
              <a:off x="9643529" y="4510380"/>
              <a:ext cx="119936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sz="1100" dirty="0" err="1">
                  <a:solidFill>
                    <a:srgbClr val="FFFF00"/>
                  </a:solidFill>
                  <a:latin typeface="Calibri"/>
                </a:rPr>
                <a:t>방위</a:t>
              </a:r>
              <a:r>
                <a:rPr sz="1100" dirty="0">
                  <a:solidFill>
                    <a:srgbClr val="FFFF00"/>
                  </a:solidFill>
                  <a:latin typeface="Calibri"/>
                </a:rPr>
                <a:t>    125</a:t>
              </a:r>
              <a:r>
                <a:rPr lang="en-US" sz="1100" dirty="0">
                  <a:solidFill>
                    <a:srgbClr val="FFFF00"/>
                  </a:solidFill>
                  <a:latin typeface="Calibri"/>
                </a:rPr>
                <a:t> , </a:t>
              </a:r>
              <a:r>
                <a:rPr sz="1100" dirty="0">
                  <a:solidFill>
                    <a:srgbClr val="FFFF00"/>
                  </a:solidFill>
                  <a:latin typeface="Calibri"/>
                </a:rPr>
                <a:t>1111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AF91705-4BAF-A917-0CC2-18112B3A7652}"/>
                </a:ext>
              </a:extLst>
            </p:cNvPr>
            <p:cNvSpPr txBox="1"/>
            <p:nvPr/>
          </p:nvSpPr>
          <p:spPr>
            <a:xfrm>
              <a:off x="9642352" y="4752129"/>
              <a:ext cx="11031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457200"/>
              <a:r>
                <a:rPr lang="ko-KR" altLang="en-US" sz="1100" dirty="0">
                  <a:solidFill>
                    <a:srgbClr val="FFFF00"/>
                  </a:solidFill>
                  <a:latin typeface="Calibri"/>
                </a:rPr>
                <a:t>속력 </a:t>
              </a:r>
              <a:r>
                <a:rPr lang="en-US" altLang="ko-KR" sz="1100" dirty="0">
                  <a:solidFill>
                    <a:srgbClr val="FFFF00"/>
                  </a:solidFill>
                  <a:latin typeface="Calibri"/>
                </a:rPr>
                <a:t>: 140 km/s</a:t>
              </a:r>
              <a:endParaRPr sz="1100" dirty="0">
                <a:solidFill>
                  <a:srgbClr val="FFFF00"/>
                </a:solidFill>
                <a:latin typeface="Calibri"/>
              </a:endParaRP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888B8267-67FD-05B6-EA6E-95D5CA78A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38655" y="3854375"/>
              <a:ext cx="929940" cy="1155968"/>
            </a:xfrm>
            <a:prstGeom prst="rect">
              <a:avLst/>
            </a:prstGeom>
          </p:spPr>
        </p:pic>
      </p:grpSp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70855BC3-5039-2EAA-8BC3-600840950C51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761BE14A-07A4-68E1-7A44-958B74765B75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AE2D6C-43A2-C5ED-2C90-3DA4547018A0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E29DB660-75E9-DA50-95FB-467600373025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FEE0FEFF-FE07-7FD4-A306-782489DDBDC7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B5E5AC-B421-1C46-A9CD-55C6B899BBFE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7869E09-73AD-1486-5690-1432DA298AD8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5156048-DFFB-1ED6-A785-6C3737ECA29B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4E3D2B-9E52-AD3B-C318-F8609CC67D2D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24A984E-49C9-0F4E-DA98-2B48322BD7FC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F374F071-C486-EA33-1366-FBF67A13CA2C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730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1B182-4D3A-52F5-5DCD-2E95107D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F0C7EF28-A3DF-792D-A944-1E582C24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65" name="타원 64">
            <a:extLst>
              <a:ext uri="{FF2B5EF4-FFF2-40B4-BE49-F238E27FC236}">
                <a16:creationId xmlns:a16="http://schemas.microsoft.com/office/drawing/2014/main" id="{2679E79F-EA28-C723-D150-1EFE096F583A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hlinkClick r:id="rId4" action="ppaction://hlinksldjump"/>
            <a:extLst>
              <a:ext uri="{FF2B5EF4-FFF2-40B4-BE49-F238E27FC236}">
                <a16:creationId xmlns:a16="http://schemas.microsoft.com/office/drawing/2014/main" id="{977F3C47-27DA-2352-47A9-0D9887E490D6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5CC8F87-758B-5A77-E0BF-8C5AF82D3EEE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hlinkClick r:id="rId4" action="ppaction://hlinksldjump"/>
            <a:extLst>
              <a:ext uri="{FF2B5EF4-FFF2-40B4-BE49-F238E27FC236}">
                <a16:creationId xmlns:a16="http://schemas.microsoft.com/office/drawing/2014/main" id="{1CFD8BFB-64A2-52DD-E8A8-E45C12CA3190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7C3DA00-4460-3E20-F4FB-59D265B65CE5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93F9EB-A8EE-416C-9C97-A85883E24F09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CDDF4-99FC-E2A5-D7C4-A6E1E73986B9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타겟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탐지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AA761-5BCD-0CAB-4445-E95D4E975B21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72E4183-CB27-FCAB-7AC7-1EB72B2212DE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A00E48-128E-7C68-A035-C610A0E4F0E4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59519-55AD-06BF-2C7E-19891A4006E8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6B4D02-0B75-19FC-546C-C298394B5877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397C8-D39A-9DA7-C041-CD1876F6E41A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C09621-1C0D-B596-722F-4F3A5E9351EA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9BEE8F-B954-3287-59E8-8527263BCBC6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3287B-88ED-62BC-4F4E-050658C8DEC2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16752A-E47E-8003-6C35-41AE9A35C064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A7B149-63AC-78B8-7A5D-B56E552DE4B6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28E392-A21D-E410-C44F-838331AA86E9}"/>
              </a:ext>
            </a:extLst>
          </p:cNvPr>
          <p:cNvSpPr txBox="1"/>
          <p:nvPr/>
        </p:nvSpPr>
        <p:spPr>
          <a:xfrm>
            <a:off x="303190" y="4652108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8B0402-2F5D-8DC3-4F4E-C4B88AA87079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397096-31F6-B9CF-91DD-D1FBB24308F1}"/>
              </a:ext>
            </a:extLst>
          </p:cNvPr>
          <p:cNvSpPr txBox="1"/>
          <p:nvPr/>
        </p:nvSpPr>
        <p:spPr>
          <a:xfrm>
            <a:off x="352708" y="5420159"/>
            <a:ext cx="7601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55EE390-40F7-9837-789C-FB3A0C189E38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FBD09F-2E22-5549-939A-7FA5344D166F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C8EDFF9-770E-1D52-2C71-30A6C1B3F772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767E0B-D902-A33D-D34A-FB7C6C7BE3CF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4DBC7469-52F2-FA18-B48B-940130D61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99C6AA8C-11FF-E226-CCA5-D33877DCFAD4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122A4C40-358D-EB65-87A6-581A60926C77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69DF61-219E-EE35-9D12-FDE2F3563B44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73BA3E-87E4-BF0C-2BCC-599E561BF963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DD0BAAD-1D75-B393-E8AE-CE568550BCA6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extLst>
              <a:ext uri="{FF2B5EF4-FFF2-40B4-BE49-F238E27FC236}">
                <a16:creationId xmlns:a16="http://schemas.microsoft.com/office/drawing/2014/main" id="{752DCEDF-84ED-A100-0016-49762940F228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88BC30-CAB9-AB34-8442-33A8E5D42738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B80D0C06-C8F8-61F8-7407-F36CAA5F0634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9E23B8-E3E2-4143-B7F5-B20595DD00BE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DCF43097-512B-B019-15CF-0CF822A6E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680776A-1BEC-8BA2-4FD0-CF8413D8F437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CF890BEE-4CB1-D4A3-1CBF-0B722098C59E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A8862A-799D-5040-B25A-E1D6DE5BD9BC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457D952-C9CF-EA22-3021-E2685C9CEFB3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68CFC5A-1A76-649C-444D-3C70BF134814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CA8AE23F-3B9D-85F4-7AA2-7B2F75F507F3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24C3169-635B-AA17-8B93-5C810D4FBB5E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72CBEF2D-FFA5-375A-FF22-C8DB13AC0ADA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9CE3C67-E9D8-6907-5A9C-F59B5E07E0F6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F3913693-AFC9-8527-F468-DA27683DA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76F92D7-9F18-0B3B-6F12-E4609F31CE6D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014DE452-8431-07F8-E658-476F0A425450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C2C201-4C54-76D8-A562-C23688077A3B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3D48BDD-9BB5-A347-1524-EB69C1D88ABB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420E0BE-8A9A-32DB-2BFE-29099F3F3145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DB08EF2B-1CDA-D2DF-6704-8880550AFE47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76A0408-1DEE-639E-62EB-DABCFA0668AC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A9FB06A1-6C71-FE58-7A44-95EDB6B6E8D1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A7AC2B0-6162-38EE-ADBA-A122B674366F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9E4D37EB-75EC-9294-A967-7F67C8022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19B25E98-1428-EBAD-8A98-5584DC9ECF99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CDDE7C9F-1322-4FA9-F13F-53FD79CCE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E1A06C-1BF1-CDBA-8427-C3E0D1F7D577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5D803-E5FD-3338-6C3D-00880A650778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8BED6-2552-0170-E6B2-AC388C7CE51A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DEFE30-C521-754B-BBB5-504231F1A2E9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99F47A-02E1-C6FB-7235-8DC568201D8B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09C6C-0808-C784-265E-02A93BF8CA8E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1B4801-F2E7-FCC2-CEF9-060B268BB950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3B47005-D643-B7E5-73DF-3932801F06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39A1B4-F7B6-4411-D3AE-34A2588A482F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4AC413-AFBA-7E71-9E96-E90709C1C2B8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012855-6875-AA06-88AE-E2DCBA390CD3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B347B3-E3F1-F201-BDAE-DD3F07173500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5C5DFF-D859-450D-9C16-D86BBFA2DCEC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8A31EB-B9B8-0F7B-C502-5ACDA94FBF1D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F91705-4BAF-A917-0CC2-18112B3A7652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888B8267-67FD-05B6-EA6E-95D5CA78A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655" y="3854375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70855BC3-5039-2EAA-8BC3-600840950C51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761BE14A-07A4-68E1-7A44-958B74765B75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AE2D6C-43A2-C5ED-2C90-3DA4547018A0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E29DB660-75E9-DA50-95FB-467600373025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FEE0FEFF-FE07-7FD4-A306-782489DDBDC7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B5E5AC-B421-1C46-A9CD-55C6B899BBFE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60A9DF9-29BD-F714-E810-226DD7964ABB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199F2BE-6755-4EA1-D1C5-FE96F7FAFA7E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8CD52B7-67DD-835F-BDFB-3DEA0E8E7F1F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0F81983-E9AE-3E85-BE1C-A91606CA3512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9CF5DF98-E9E8-BC34-99E9-9A72FB94B1BC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7869E09-73AD-1486-5690-1432DA298AD8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5156048-DFFB-1ED6-A785-6C3737ECA29B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2EEF87-AD6D-26C0-C398-96C665183BF3}"/>
              </a:ext>
            </a:extLst>
          </p:cNvPr>
          <p:cNvSpPr/>
          <p:nvPr/>
        </p:nvSpPr>
        <p:spPr>
          <a:xfrm>
            <a:off x="8422299" y="3956265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3FD56-EFB4-C962-3FDC-B9A53122423A}"/>
              </a:ext>
            </a:extLst>
          </p:cNvPr>
          <p:cNvSpPr txBox="1"/>
          <p:nvPr/>
        </p:nvSpPr>
        <p:spPr>
          <a:xfrm>
            <a:off x="8464896" y="4020352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4E3D2B-9E52-AD3B-C318-F8609CC67D2D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24A984E-49C9-0F4E-DA98-2B48322BD7FC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F374F071-C486-EA33-1366-FBF67A13CA2C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AA8ABD-5A66-4A16-7022-A469A95CCCF9}"/>
              </a:ext>
            </a:extLst>
          </p:cNvPr>
          <p:cNvSpPr/>
          <p:nvPr/>
        </p:nvSpPr>
        <p:spPr>
          <a:xfrm>
            <a:off x="8246805" y="3843281"/>
            <a:ext cx="1163185" cy="460334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0FEFCD-E165-DAB1-5A26-B9AD8B1511A2}"/>
              </a:ext>
            </a:extLst>
          </p:cNvPr>
          <p:cNvGrpSpPr/>
          <p:nvPr/>
        </p:nvGrpSpPr>
        <p:grpSpPr>
          <a:xfrm>
            <a:off x="8339131" y="3899549"/>
            <a:ext cx="1005840" cy="343547"/>
            <a:chOff x="11182416" y="2340566"/>
            <a:chExt cx="1005840" cy="343547"/>
          </a:xfrm>
        </p:grpSpPr>
        <p:sp>
          <p:nvSpPr>
            <p:cNvPr id="12" name="Rounded Rectangle 42">
              <a:extLst>
                <a:ext uri="{FF2B5EF4-FFF2-40B4-BE49-F238E27FC236}">
                  <a16:creationId xmlns:a16="http://schemas.microsoft.com/office/drawing/2014/main" id="{97D5E2C4-8B7B-22B6-4B55-76F878AD2D49}"/>
                </a:ext>
              </a:extLst>
            </p:cNvPr>
            <p:cNvSpPr/>
            <p:nvPr/>
          </p:nvSpPr>
          <p:spPr>
            <a:xfrm>
              <a:off x="11182416" y="2340566"/>
              <a:ext cx="1005840" cy="320040"/>
            </a:xfrm>
            <a:prstGeom prst="roundRect">
              <a:avLst/>
            </a:prstGeom>
            <a:solidFill>
              <a:srgbClr val="A5A5A5"/>
            </a:solidFill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EDA876-B363-44A3-A0AD-F208C4DC6E84}"/>
                </a:ext>
              </a:extLst>
            </p:cNvPr>
            <p:cNvSpPr txBox="1"/>
            <p:nvPr/>
          </p:nvSpPr>
          <p:spPr>
            <a:xfrm>
              <a:off x="11220928" y="2376336"/>
              <a:ext cx="902811" cy="307777"/>
            </a:xfrm>
            <a:prstGeom prst="rect">
              <a:avLst/>
            </a:prstGeom>
            <a:solidFill>
              <a:srgbClr val="A5A5A5"/>
            </a:solidFill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E6F0FF"/>
                  </a:solidFill>
                  <a:latin typeface="Calibri"/>
                </a:rPr>
                <a:t>교전할당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70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B90D5-7CFF-5DA9-CA70-6C3F950F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BAA7AE8A-D898-BE8E-61FC-B95884FD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78" name="타원 77">
            <a:extLst>
              <a:ext uri="{FF2B5EF4-FFF2-40B4-BE49-F238E27FC236}">
                <a16:creationId xmlns:a16="http://schemas.microsoft.com/office/drawing/2014/main" id="{9D261CEB-53D1-06F4-136C-2C0BDFAE209F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A408CB-975B-1DC7-2831-45FAE1F7122D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A370393-8293-BA65-B2CA-D3FC09DB0C7C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D849CF8-AB2D-0076-3FFB-5921057EAA20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F6C074F-B2AB-3870-BFCE-D8AC07D375AE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FAD0FD-9428-3A47-2D23-5E58DCFDAB05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D92AD-1D67-7127-9E31-83218F63C9F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타겟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클릭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98B9A-9D02-E646-6EDF-3D5069A25948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61CD87-83E4-3D7A-0F58-B24A53A69750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0395E8-3CE1-1DA0-30E7-8F5329EB09CD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C2AC9-69BC-CC02-163D-A240E2F10DAB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DE75C-2ACB-4F46-6E62-618950C7A60F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62786C-C0BF-4FF5-823E-3B577D99D347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3C82D-D5DC-1216-FF0F-27275E6E6DE8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48AC64-764B-5D3C-EC14-9568F9ABA0B7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F10E46-C04B-9E8D-C302-C2F641F840F8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4C8DFF4-76FC-C459-3F96-1018FF572FF1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715561-922A-2DE5-B4F5-5D1836AB18C5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734248-0B17-5E24-8A2F-9B3290567973}"/>
              </a:ext>
            </a:extLst>
          </p:cNvPr>
          <p:cNvSpPr txBox="1"/>
          <p:nvPr/>
        </p:nvSpPr>
        <p:spPr>
          <a:xfrm>
            <a:off x="303190" y="4652108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63A6FA-802F-BBFF-57A1-99F1C378973A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8FF363-4030-E043-F92D-6F69B25FE8A8}"/>
              </a:ext>
            </a:extLst>
          </p:cNvPr>
          <p:cNvSpPr txBox="1"/>
          <p:nvPr/>
        </p:nvSpPr>
        <p:spPr>
          <a:xfrm>
            <a:off x="352708" y="5420159"/>
            <a:ext cx="78899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43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2F05469E-63F1-AE0B-1CAD-3D6B21972A33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47DB82-70B0-0010-B55D-67A2D97CB95A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A9AAC4C-E69E-32AF-9452-6BF285F3AF50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14A698-44C0-C7A3-2651-8A50C00715D6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A7DE1CF8-6E45-7DC5-CCAC-5A3ABF10E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E864A884-2317-370A-E084-D644B8A9AEEC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8FCBB532-9B8B-E6AF-A4DB-E291636C8B2F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78DAD9-1C7B-B3E1-53AA-32D2259621CB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67BF072-B386-49D6-64B0-964D36F7B86F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08E1C8-03BF-AC55-532C-BA52427A6CF0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extLst>
              <a:ext uri="{FF2B5EF4-FFF2-40B4-BE49-F238E27FC236}">
                <a16:creationId xmlns:a16="http://schemas.microsoft.com/office/drawing/2014/main" id="{F98892F8-FD5A-2D91-8FC4-795DBAA2A623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B8493B-CF82-11AC-AC1E-4664C2CBD469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3D381C2C-4C63-F709-5358-B2B5E9946C83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635523-CFF8-4772-7AC2-7834D983CBBE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276B06EE-ED85-CECA-2D40-C4F688BD6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B72C88C-549B-677E-BB86-10C18B38C0CF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4D258D35-9D97-404A-3853-4CCE172793BE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15B8630-1A81-59FF-98E4-BC5E3C6BB86B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E834E4-608F-295F-3546-1CDE0C852667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A884E4D-F572-863F-3088-5C8D59799554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3912CE6B-65D4-0464-9D5F-FFEEA873FD72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B8D1B6-A490-DD4E-AAD3-1361280C4D7A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0E06489B-0831-A139-3C16-30C53B432015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384582C-D70C-0E76-C882-3C7313355141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F6444DAE-0382-6329-6EC1-705D8ECB5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9167E7E-5A71-28AA-CC6F-8D29A2F4EB50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B95EE739-C820-81F5-D5ED-E8359AC1922B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97CABBC-4553-5170-DBF5-4C0113B89964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9BD605D-5AF4-EAE3-3AB8-ABF3A101E8E3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251BFF0-7F2C-547F-38BF-F5BE4A617653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631DF6FA-57C3-0228-1DA7-AC6B4FB6D778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B2C1789-3401-2FCD-C2D8-EC3F06A78A08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E3D81C1D-9893-F930-A6C8-A00ACE408947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09F5ECC-31EF-D549-F89B-2F6A0A6998A6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5982B502-7620-44BA-26D1-85FFF59BD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045DF165-769C-BB54-7ED1-DE8068E12DE4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D496A6B0-08C2-0E53-B113-4412899AD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1167" y="1026793"/>
            <a:ext cx="929940" cy="76888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56B158-FCBF-776A-2106-633056DF082B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FC417-EAAA-28F7-2471-4F37DD47F520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AF2CED-553F-1ABE-6D1F-68696A3D1F79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25FCA-836B-8A43-14EC-3457EF515A04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46286-4DFA-304B-7E77-4FD79A9BD117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A65798-3332-7D8B-5F4B-6E19E55F831E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BA1F2-0652-517B-67BA-E5E811337093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872EA58-4F28-4B65-ABFD-795D5ACFF3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251" y="2434093"/>
            <a:ext cx="929940" cy="1138067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AF45F6-4F69-65F7-184B-236C4BBB1B77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5F8BBE-F714-7BF6-F56D-A5C044A2927B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5F0BF-BCDC-B86F-83E5-81D7E02AE0B7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696EBE-CB5A-BAD1-A9E5-33564FA10CBC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EE2BDB-F337-F72D-D258-6310474E7D6E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FE381A-6B60-B54D-48AF-5365A905FC9B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C0456B-1E3C-516D-22A9-F5D62080CE7C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41127B3E-40A6-9313-DB11-604FA3295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655" y="3854375"/>
            <a:ext cx="929940" cy="690331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253B52CC-65E3-A4EE-7987-0DCB79647641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6B286634-AAFC-1688-D842-12C0EC5A3A60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08A463-C084-E896-A9BE-7B120E89C90C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EE1F76B0-5DE5-A58D-0426-C4E77C51B259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3391E7BA-F395-ECF0-6DAF-860C8C50DC06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1E6835-4B03-AF9D-B2DD-C6AC3B457BDF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6C830FD-78EA-6EAE-DCD6-1D25945A9D69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F34333C-B5F7-4AE2-829C-835334CFDA42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7C38F4E-DCC7-D322-46D5-8250AE478782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9EDBE9-1E6C-5F79-8B39-358F019B17E3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35ECE152-13E1-0690-1C48-06AEC857DD1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DD6A76A-F0F7-FA36-8575-32F9F10B8007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48102F-B054-976F-37AC-384138BE3FE9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CA0286-8298-3949-134E-47D4E6EA748F}"/>
              </a:ext>
            </a:extLst>
          </p:cNvPr>
          <p:cNvSpPr/>
          <p:nvPr/>
        </p:nvSpPr>
        <p:spPr>
          <a:xfrm>
            <a:off x="8246805" y="3843281"/>
            <a:ext cx="1163185" cy="460334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3B80C27-3FC7-B2AE-91CC-FA742BECBD60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9942DEF-F7E9-EA27-E710-9A014D089C91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24D8A7BE-74DD-B6D2-C2A6-CB0058D1E882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B9F3890-4CA2-20B8-4935-5A298200F38C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746550" y="2729718"/>
            <a:ext cx="112232" cy="137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D09EBBF-4273-660B-6026-C1319C76634A}"/>
              </a:ext>
            </a:extLst>
          </p:cNvPr>
          <p:cNvCxnSpPr>
            <a:cxnSpLocks/>
          </p:cNvCxnSpPr>
          <p:nvPr/>
        </p:nvCxnSpPr>
        <p:spPr>
          <a:xfrm flipH="1" flipV="1">
            <a:off x="2654145" y="2666852"/>
            <a:ext cx="105333" cy="71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E91AFE9-DA73-559E-F52E-F33A91FCBEAC}"/>
              </a:ext>
            </a:extLst>
          </p:cNvPr>
          <p:cNvCxnSpPr>
            <a:cxnSpLocks/>
          </p:cNvCxnSpPr>
          <p:nvPr/>
        </p:nvCxnSpPr>
        <p:spPr>
          <a:xfrm flipH="1" flipV="1">
            <a:off x="2495555" y="2592077"/>
            <a:ext cx="177642" cy="908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4083AA16-AAB2-33C5-32F3-4E4D5F9C46BA}"/>
              </a:ext>
            </a:extLst>
          </p:cNvPr>
          <p:cNvCxnSpPr>
            <a:cxnSpLocks/>
          </p:cNvCxnSpPr>
          <p:nvPr/>
        </p:nvCxnSpPr>
        <p:spPr>
          <a:xfrm flipH="1" flipV="1">
            <a:off x="2339726" y="2571854"/>
            <a:ext cx="171889" cy="293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6B66144-B999-A886-0932-F9B428F7EEBA}"/>
              </a:ext>
            </a:extLst>
          </p:cNvPr>
          <p:cNvCxnSpPr>
            <a:cxnSpLocks/>
          </p:cNvCxnSpPr>
          <p:nvPr/>
        </p:nvCxnSpPr>
        <p:spPr>
          <a:xfrm flipH="1" flipV="1">
            <a:off x="2137567" y="2546072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607828F-4E1B-D777-3BE8-E86CCC1E6693}"/>
              </a:ext>
            </a:extLst>
          </p:cNvPr>
          <p:cNvCxnSpPr>
            <a:cxnSpLocks/>
          </p:cNvCxnSpPr>
          <p:nvPr/>
        </p:nvCxnSpPr>
        <p:spPr>
          <a:xfrm flipH="1" flipV="1">
            <a:off x="1931896" y="2518876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B894673-BD54-B981-6A98-5579CB2A7A0E}"/>
              </a:ext>
            </a:extLst>
          </p:cNvPr>
          <p:cNvCxnSpPr>
            <a:cxnSpLocks/>
          </p:cNvCxnSpPr>
          <p:nvPr/>
        </p:nvCxnSpPr>
        <p:spPr>
          <a:xfrm flipH="1" flipV="1">
            <a:off x="1762861" y="2491817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32C467F-467A-3C1D-9C6E-0B55DBB35DA2}"/>
              </a:ext>
            </a:extLst>
          </p:cNvPr>
          <p:cNvCxnSpPr>
            <a:cxnSpLocks/>
          </p:cNvCxnSpPr>
          <p:nvPr/>
        </p:nvCxnSpPr>
        <p:spPr>
          <a:xfrm flipH="1" flipV="1">
            <a:off x="1602143" y="2468108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DF7B92B0-1E21-2EEB-4C9E-DFD36B82712F}"/>
              </a:ext>
            </a:extLst>
          </p:cNvPr>
          <p:cNvGrpSpPr/>
          <p:nvPr/>
        </p:nvGrpSpPr>
        <p:grpSpPr>
          <a:xfrm>
            <a:off x="8339131" y="3899549"/>
            <a:ext cx="1005840" cy="343547"/>
            <a:chOff x="11182416" y="2340566"/>
            <a:chExt cx="1005840" cy="343547"/>
          </a:xfrm>
        </p:grpSpPr>
        <p:sp>
          <p:nvSpPr>
            <p:cNvPr id="154" name="Rounded Rectangle 42">
              <a:extLst>
                <a:ext uri="{FF2B5EF4-FFF2-40B4-BE49-F238E27FC236}">
                  <a16:creationId xmlns:a16="http://schemas.microsoft.com/office/drawing/2014/main" id="{0733CB49-94AC-C3F9-BEA6-49A36DF5E1DA}"/>
                </a:ext>
              </a:extLst>
            </p:cNvPr>
            <p:cNvSpPr/>
            <p:nvPr/>
          </p:nvSpPr>
          <p:spPr>
            <a:xfrm>
              <a:off x="11182416" y="2340566"/>
              <a:ext cx="1005840" cy="320040"/>
            </a:xfrm>
            <a:prstGeom prst="roundRect">
              <a:avLst/>
            </a:prstGeom>
            <a:solidFill>
              <a:srgbClr val="00B050"/>
            </a:solidFill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18F2C69-DE94-0D10-A0CD-998F051288B5}"/>
                </a:ext>
              </a:extLst>
            </p:cNvPr>
            <p:cNvSpPr txBox="1"/>
            <p:nvPr/>
          </p:nvSpPr>
          <p:spPr>
            <a:xfrm>
              <a:off x="11220928" y="2376336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E6F0FF"/>
                  </a:solidFill>
                  <a:latin typeface="Calibri"/>
                </a:rPr>
                <a:t>교전할당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733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90D5-7CFF-5DA9-CA70-6C3F950F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BAA7AE8A-D898-BE8E-61FC-B95884FD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78" name="타원 77">
            <a:extLst>
              <a:ext uri="{FF2B5EF4-FFF2-40B4-BE49-F238E27FC236}">
                <a16:creationId xmlns:a16="http://schemas.microsoft.com/office/drawing/2014/main" id="{9D261CEB-53D1-06F4-136C-2C0BDFAE209F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A408CB-975B-1DC7-2831-45FAE1F7122D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A370393-8293-BA65-B2CA-D3FC09DB0C7C}"/>
              </a:ext>
            </a:extLst>
          </p:cNvPr>
          <p:cNvSpPr/>
          <p:nvPr/>
        </p:nvSpPr>
        <p:spPr>
          <a:xfrm>
            <a:off x="9874383" y="894105"/>
            <a:ext cx="2111139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D849CF8-AB2D-0076-3FFB-5921057EAA20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F6C074F-B2AB-3870-BFCE-D8AC07D375AE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FAD0FD-9428-3A47-2D23-5E58DCFDAB05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D92AD-1D67-7127-9E31-83218F63C9F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교전할당 </a:t>
            </a:r>
            <a:r>
              <a:rPr lang="ko-KR" altLang="en-US" sz="2200" b="1" dirty="0" err="1">
                <a:solidFill>
                  <a:schemeClr val="bg1"/>
                </a:solidFill>
                <a:latin typeface="Calibri"/>
                <a:ea typeface="맑은 고딕"/>
              </a:rPr>
              <a:t>클릭시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98B9A-9D02-E646-6EDF-3D5069A25948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61CD87-83E4-3D7A-0F58-B24A53A69750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0395E8-3CE1-1DA0-30E7-8F5329EB09CD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C2AC9-69BC-CC02-163D-A240E2F10DAB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DE75C-2ACB-4F46-6E62-618950C7A60F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62786C-C0BF-4FF5-823E-3B577D99D347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3C82D-D5DC-1216-FF0F-27275E6E6DE8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48AC64-764B-5D3C-EC14-9568F9ABA0B7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F10E46-C04B-9E8D-C302-C2F641F840F8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4C8DFF4-76FC-C459-3F96-1018FF572FF1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AFC8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715561-922A-2DE5-B4F5-5D1836AB18C5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00AFC8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734248-0B17-5E24-8A2F-9B3290567973}"/>
              </a:ext>
            </a:extLst>
          </p:cNvPr>
          <p:cNvSpPr txBox="1"/>
          <p:nvPr/>
        </p:nvSpPr>
        <p:spPr>
          <a:xfrm>
            <a:off x="303190" y="4652108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 err="1">
                <a:solidFill>
                  <a:srgbClr val="00AFC8"/>
                </a:solidFill>
                <a:latin typeface="Calibri"/>
              </a:rPr>
              <a:t>대기</a:t>
            </a:r>
            <a:endParaRPr sz="1200" dirty="0">
              <a:solidFill>
                <a:srgbClr val="00AFC8"/>
              </a:solidFill>
              <a:latin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63A6FA-802F-BBFF-57A1-99F1C378973A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8FF363-4030-E043-F92D-6F69B25FE8A8}"/>
              </a:ext>
            </a:extLst>
          </p:cNvPr>
          <p:cNvSpPr txBox="1"/>
          <p:nvPr/>
        </p:nvSpPr>
        <p:spPr>
          <a:xfrm>
            <a:off x="352708" y="5420159"/>
            <a:ext cx="78899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대기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43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2F05469E-63F1-AE0B-1CAD-3D6B21972A33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47DB82-70B0-0010-B55D-67A2D97CB95A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A9AAC4C-E69E-32AF-9452-6BF285F3AF50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14A698-44C0-C7A3-2651-8A50C00715D6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A7DE1CF8-6E45-7DC5-CCAC-5A3ABF10E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E864A884-2317-370A-E084-D644B8A9AEEC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8FCBB532-9B8B-E6AF-A4DB-E291636C8B2F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78DAD9-1C7B-B3E1-53AA-32D2259621CB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67BF072-B386-49D6-64B0-964D36F7B86F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08E1C8-03BF-AC55-532C-BA52427A6CF0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extLst>
              <a:ext uri="{FF2B5EF4-FFF2-40B4-BE49-F238E27FC236}">
                <a16:creationId xmlns:a16="http://schemas.microsoft.com/office/drawing/2014/main" id="{F98892F8-FD5A-2D91-8FC4-795DBAA2A623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B8493B-CF82-11AC-AC1E-4664C2CBD469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3D381C2C-4C63-F709-5358-B2B5E9946C83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635523-CFF8-4772-7AC2-7834D983CBBE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276B06EE-ED85-CECA-2D40-C4F688BD6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B72C88C-549B-677E-BB86-10C18B38C0CF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4D258D35-9D97-404A-3853-4CCE172793BE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15B8630-1A81-59FF-98E4-BC5E3C6BB86B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E834E4-608F-295F-3546-1CDE0C852667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A884E4D-F572-863F-3088-5C8D59799554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3912CE6B-65D4-0464-9D5F-FFEEA873FD72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B8D1B6-A490-DD4E-AAD3-1361280C4D7A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0E06489B-0831-A139-3C16-30C53B432015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384582C-D70C-0E76-C882-3C7313355141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F6444DAE-0382-6329-6EC1-705D8ECB5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9167E7E-5A71-28AA-CC6F-8D29A2F4EB50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B95EE739-C820-81F5-D5ED-E8359AC1922B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97CABBC-4553-5170-DBF5-4C0113B89964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9BD605D-5AF4-EAE3-3AB8-ABF3A101E8E3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251BFF0-7F2C-547F-38BF-F5BE4A617653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631DF6FA-57C3-0228-1DA7-AC6B4FB6D778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B2C1789-3401-2FCD-C2D8-EC3F06A78A08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E3D81C1D-9893-F930-A6C8-A00ACE408947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09F5ECC-31EF-D549-F89B-2F6A0A6998A6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5982B502-7620-44BA-26D1-85FFF59BD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045DF165-769C-BB54-7ED1-DE8068E12DE4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D496A6B0-08C2-0E53-B113-4412899AD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1167" y="1026793"/>
            <a:ext cx="929940" cy="76888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56B158-FCBF-776A-2106-633056DF082B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FC417-EAAA-28F7-2471-4F37DD47F520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AF2CED-553F-1ABE-6D1F-68696A3D1F79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25FCA-836B-8A43-14EC-3457EF515A04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46286-4DFA-304B-7E77-4FD79A9BD117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A65798-3332-7D8B-5F4B-6E19E55F831E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BA1F2-0652-517B-67BA-E5E811337093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872EA58-4F28-4B65-ABFD-795D5ACFF3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251" y="2434093"/>
            <a:ext cx="929940" cy="1138067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AF45F6-4F69-65F7-184B-236C4BBB1B77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5F8BBE-F714-7BF6-F56D-A5C044A2927B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5F0BF-BCDC-B86F-83E5-81D7E02AE0B7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696EBE-CB5A-BAD1-A9E5-33564FA10CBC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EE2BDB-F337-F72D-D258-6310474E7D6E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FE381A-6B60-B54D-48AF-5365A905FC9B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C0456B-1E3C-516D-22A9-F5D62080CE7C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41127B3E-40A6-9313-DB11-604FA3295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655" y="3854375"/>
            <a:ext cx="929940" cy="690331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253B52CC-65E3-A4EE-7987-0DCB79647641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6B286634-AAFC-1688-D842-12C0EC5A3A60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08A463-C084-E896-A9BE-7B120E89C90C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EE1F76B0-5DE5-A58D-0426-C4E77C51B259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3391E7BA-F395-ECF0-6DAF-860C8C50DC06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1E6835-4B03-AF9D-B2DD-C6AC3B457BDF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6C830FD-78EA-6EAE-DCD6-1D25945A9D69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F34333C-B5F7-4AE2-829C-835334CFDA42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7C38F4E-DCC7-D322-46D5-8250AE478782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9EDBE9-1E6C-5F79-8B39-358F019B17E3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35ECE152-13E1-0690-1C48-06AEC857DD1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DD6A76A-F0F7-FA36-8575-32F9F10B8007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48102F-B054-976F-37AC-384138BE3FE9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CA0286-8298-3949-134E-47D4E6EA748F}"/>
              </a:ext>
            </a:extLst>
          </p:cNvPr>
          <p:cNvSpPr/>
          <p:nvPr/>
        </p:nvSpPr>
        <p:spPr>
          <a:xfrm>
            <a:off x="8246805" y="3843281"/>
            <a:ext cx="1163185" cy="460334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3B80C27-3FC7-B2AE-91CC-FA742BECBD60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9942DEF-F7E9-EA27-E710-9A014D089C91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24D8A7BE-74DD-B6D2-C2A6-CB0058D1E882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B9F3890-4CA2-20B8-4935-5A298200F38C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746550" y="2729718"/>
            <a:ext cx="112232" cy="137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D09EBBF-4273-660B-6026-C1319C76634A}"/>
              </a:ext>
            </a:extLst>
          </p:cNvPr>
          <p:cNvCxnSpPr>
            <a:cxnSpLocks/>
          </p:cNvCxnSpPr>
          <p:nvPr/>
        </p:nvCxnSpPr>
        <p:spPr>
          <a:xfrm flipH="1" flipV="1">
            <a:off x="2654145" y="2666852"/>
            <a:ext cx="105333" cy="71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E91AFE9-DA73-559E-F52E-F33A91FCBEAC}"/>
              </a:ext>
            </a:extLst>
          </p:cNvPr>
          <p:cNvCxnSpPr>
            <a:cxnSpLocks/>
          </p:cNvCxnSpPr>
          <p:nvPr/>
        </p:nvCxnSpPr>
        <p:spPr>
          <a:xfrm flipH="1" flipV="1">
            <a:off x="2495555" y="2592077"/>
            <a:ext cx="177642" cy="908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4083AA16-AAB2-33C5-32F3-4E4D5F9C46BA}"/>
              </a:ext>
            </a:extLst>
          </p:cNvPr>
          <p:cNvCxnSpPr>
            <a:cxnSpLocks/>
          </p:cNvCxnSpPr>
          <p:nvPr/>
        </p:nvCxnSpPr>
        <p:spPr>
          <a:xfrm flipH="1" flipV="1">
            <a:off x="2339726" y="2571854"/>
            <a:ext cx="171889" cy="293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6B66144-B999-A886-0932-F9B428F7EEBA}"/>
              </a:ext>
            </a:extLst>
          </p:cNvPr>
          <p:cNvCxnSpPr>
            <a:cxnSpLocks/>
          </p:cNvCxnSpPr>
          <p:nvPr/>
        </p:nvCxnSpPr>
        <p:spPr>
          <a:xfrm flipH="1" flipV="1">
            <a:off x="2137567" y="2546072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607828F-4E1B-D777-3BE8-E86CCC1E6693}"/>
              </a:ext>
            </a:extLst>
          </p:cNvPr>
          <p:cNvCxnSpPr>
            <a:cxnSpLocks/>
          </p:cNvCxnSpPr>
          <p:nvPr/>
        </p:nvCxnSpPr>
        <p:spPr>
          <a:xfrm flipH="1" flipV="1">
            <a:off x="1931896" y="2518876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B894673-BD54-B981-6A98-5579CB2A7A0E}"/>
              </a:ext>
            </a:extLst>
          </p:cNvPr>
          <p:cNvCxnSpPr>
            <a:cxnSpLocks/>
          </p:cNvCxnSpPr>
          <p:nvPr/>
        </p:nvCxnSpPr>
        <p:spPr>
          <a:xfrm flipH="1" flipV="1">
            <a:off x="1762861" y="2491817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32C467F-467A-3C1D-9C6E-0B55DBB35DA2}"/>
              </a:ext>
            </a:extLst>
          </p:cNvPr>
          <p:cNvCxnSpPr>
            <a:cxnSpLocks/>
          </p:cNvCxnSpPr>
          <p:nvPr/>
        </p:nvCxnSpPr>
        <p:spPr>
          <a:xfrm flipH="1" flipV="1">
            <a:off x="1602143" y="2468108"/>
            <a:ext cx="205671" cy="270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DF7B92B0-1E21-2EEB-4C9E-DFD36B82712F}"/>
              </a:ext>
            </a:extLst>
          </p:cNvPr>
          <p:cNvGrpSpPr/>
          <p:nvPr/>
        </p:nvGrpSpPr>
        <p:grpSpPr>
          <a:xfrm>
            <a:off x="8339131" y="3899549"/>
            <a:ext cx="1005840" cy="343547"/>
            <a:chOff x="11182416" y="2340566"/>
            <a:chExt cx="1005840" cy="343547"/>
          </a:xfrm>
        </p:grpSpPr>
        <p:sp>
          <p:nvSpPr>
            <p:cNvPr id="154" name="Rounded Rectangle 42">
              <a:extLst>
                <a:ext uri="{FF2B5EF4-FFF2-40B4-BE49-F238E27FC236}">
                  <a16:creationId xmlns:a16="http://schemas.microsoft.com/office/drawing/2014/main" id="{0733CB49-94AC-C3F9-BEA6-49A36DF5E1DA}"/>
                </a:ext>
              </a:extLst>
            </p:cNvPr>
            <p:cNvSpPr/>
            <p:nvPr/>
          </p:nvSpPr>
          <p:spPr>
            <a:xfrm>
              <a:off x="11182416" y="2340566"/>
              <a:ext cx="1005840" cy="320040"/>
            </a:xfrm>
            <a:prstGeom prst="roundRect">
              <a:avLst/>
            </a:prstGeom>
            <a:solidFill>
              <a:srgbClr val="A5A5A5"/>
            </a:solidFill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18F2C69-DE94-0D10-A0CD-998F051288B5}"/>
                </a:ext>
              </a:extLst>
            </p:cNvPr>
            <p:cNvSpPr txBox="1"/>
            <p:nvPr/>
          </p:nvSpPr>
          <p:spPr>
            <a:xfrm>
              <a:off x="11220928" y="2376336"/>
              <a:ext cx="902811" cy="307777"/>
            </a:xfrm>
            <a:prstGeom prst="rect">
              <a:avLst/>
            </a:prstGeom>
            <a:solidFill>
              <a:srgbClr val="A5A5A5"/>
            </a:solidFill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E6F0FF"/>
                  </a:solidFill>
                  <a:latin typeface="Calibri"/>
                </a:rPr>
                <a:t>교전할당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2A5B850-3EC3-E635-2076-F05BE9955DFA}"/>
              </a:ext>
            </a:extLst>
          </p:cNvPr>
          <p:cNvSpPr txBox="1"/>
          <p:nvPr/>
        </p:nvSpPr>
        <p:spPr>
          <a:xfrm>
            <a:off x="6311137" y="867225"/>
            <a:ext cx="30893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 err="1">
                <a:solidFill>
                  <a:srgbClr val="FFFF00"/>
                </a:solidFill>
              </a:rPr>
              <a:t>교전할당완ㄹ</a:t>
            </a:r>
            <a:r>
              <a:rPr lang="en-US" altLang="ko-KR" sz="1000" dirty="0">
                <a:solidFill>
                  <a:srgbClr val="FFFF00"/>
                </a:solidFill>
              </a:rPr>
              <a:t> 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74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AAD72-E020-6D7A-85B9-86C5B41D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8708D763-E4CD-6654-1FFA-19EB9A3EA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67" name="타원 66">
            <a:extLst>
              <a:ext uri="{FF2B5EF4-FFF2-40B4-BE49-F238E27FC236}">
                <a16:creationId xmlns:a16="http://schemas.microsoft.com/office/drawing/2014/main" id="{92DB7FB9-B5BC-F727-9F13-0EDD28EA983D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B130995-14F5-BCC4-682B-FE968450CCA9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3BA6BEF-D351-CC49-37CD-F58881C197E0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9CF570C-BDDF-077F-4FD5-9211544090D8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A1B5022-0FFB-C063-E6FB-2BB0673D050B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77A4AB-4CBB-21A1-7C8C-BF8ECFE70AD7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E2F7-1CB0-BE5D-49D5-5F515FBB14CC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발사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90F2F-C1A7-B5F1-9A47-2577FB34F516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7B9BE29-EB66-25CC-1E42-B495EC6895FA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3422AE-1B47-1C9B-70AC-7A5C50253819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422F0-788A-0FF7-329D-97E250C3792C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673E3-ECD1-DC3E-A4C1-E0D776C622AF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9AD11C-7C58-8C68-2F4E-4A15B377BC41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5E34F2-E1FA-5300-A2F5-94798C77E08C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8425C3-8C89-84AC-E935-E7036DCF857D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C31CA-68FC-C78D-AD13-049AEBCD9992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E62AB54-76BC-2A11-895B-FFF5E59406E1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093DBE-1761-6544-0C4F-D958EDEECA4E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247296-F14A-8A1C-224A-BEC0D4ED71B6}"/>
              </a:ext>
            </a:extLst>
          </p:cNvPr>
          <p:cNvSpPr txBox="1"/>
          <p:nvPr/>
        </p:nvSpPr>
        <p:spPr>
          <a:xfrm>
            <a:off x="303190" y="4652108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8E3229-1321-6C4F-2D47-BACE795834F7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A49F16-438F-E3FE-451C-FBAE7F201316}"/>
              </a:ext>
            </a:extLst>
          </p:cNvPr>
          <p:cNvSpPr txBox="1"/>
          <p:nvPr/>
        </p:nvSpPr>
        <p:spPr>
          <a:xfrm>
            <a:off x="352708" y="5420159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초기유도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787FF6B-E388-F708-76E7-CE438A22E296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F7FC1D-D647-91C5-F250-4F254600EDA7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A2E1C16-620E-62B4-D83C-793931CEF1B1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BACFF2-C4C3-51EA-EC2B-907EEAC45187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13BB10D4-329E-C516-542B-00466ED30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13886B4D-223A-BFAA-CBB9-6FAE68A04C74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B3E9858B-0A3A-5E89-AB95-7249653A264A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D97CADC-E3DA-1149-447E-88B42A52B481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5FFAC4-C8C0-247E-6979-4E2D895EF809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AE60BE-EE33-99A5-F30D-22FC966E6235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extLst>
              <a:ext uri="{FF2B5EF4-FFF2-40B4-BE49-F238E27FC236}">
                <a16:creationId xmlns:a16="http://schemas.microsoft.com/office/drawing/2014/main" id="{73236FE3-E1D6-89DA-A97F-5D7B51E44CB7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FA2618-F8C9-A3F4-7672-86FC8B823B98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52F78ECA-3622-E42E-F38B-B25C13519EBB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628EF0-E6F9-C7AA-142E-6CDAA3618D9D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C20D3EBC-FA6C-F3A4-0A09-8C46C4FFE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D5E4581-FDC2-6A14-F8DF-2BF33F5528C5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C030C8D1-06A3-A0B9-1586-3DCA73F8832C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CC9AD9-524E-DAEC-3244-400AFF19D95A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0D1438C-DD68-F247-FAD7-C1273390D933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884AD5-C123-2598-7A65-F726895C3EFF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62046FAB-C55A-2C4E-434C-60FECCD599D2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0C9A8F-15BD-6815-D3C1-6A5466AE0C1C}"/>
              </a:ext>
            </a:extLst>
          </p:cNvPr>
          <p:cNvSpPr txBox="1"/>
          <p:nvPr/>
        </p:nvSpPr>
        <p:spPr>
          <a:xfrm>
            <a:off x="4991256" y="6217592"/>
            <a:ext cx="8194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r>
              <a:rPr lang="en-US" sz="1400" b="1" dirty="0">
                <a:solidFill>
                  <a:srgbClr val="E6F0FF"/>
                </a:solidFill>
                <a:latin typeface="Calibri"/>
              </a:rPr>
              <a:t>(5s)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2B7CA6CE-4D75-EE30-7A4A-4CEDC99DC69C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048BB52-E71E-5DEC-FFA3-29CF1C6D3652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71361349-6394-4D65-02CC-5ECD5D25C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0AE88DC-61BD-227D-E505-192579A7480C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CD39ADA9-E921-10C0-C612-B76EB94FEF22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555DF83-F765-BFE6-E986-DA7B5F050826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82EC180-345C-7B5E-7CA2-DC636AA239A0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F883AE0-214B-4D6C-1D05-64E00EE4C315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12885D65-772D-482D-AC1C-EC85F4BC5365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34BF9FE-C912-9ED6-9F93-CDE306D1361F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BB0D17FD-1796-1889-E578-83B7A6939CE6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528C96F-C412-7C31-E080-D93AE0098643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1A809457-238E-2E8A-3552-3C9FAFE67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69BB3A99-7152-CD50-41BD-943F5C4C7118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96513C0F-D9A8-5969-5691-9ABAC7E58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7AAFB1-2FA1-32A5-E0CD-6B46D2BDF4ED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18F12-6EE6-A9FD-338E-C757C2707ADE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A25E6D-9442-29E4-1007-109151369E43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A5E40-15B8-56B0-4B8C-F2454896E87D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2CB083-4CF1-84D7-043F-70B43478B285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07E18-2790-126F-E9C9-1BF24719B1D4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150BEC-FB10-44B7-4595-781A5F75BFC3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C7E6E35-8F1C-1312-C112-291DFE32D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hlinkClick r:id="rId6" action="ppaction://hlinksldjump"/>
            <a:extLst>
              <a:ext uri="{FF2B5EF4-FFF2-40B4-BE49-F238E27FC236}">
                <a16:creationId xmlns:a16="http://schemas.microsoft.com/office/drawing/2014/main" id="{942E4445-6CAD-4DCB-DF9D-F6B9B5E3EF18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57C243-5DEE-EC23-B0B1-82E068D3B2FC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13C8EE-1C4D-07B9-BFBA-C6679B14BCB0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01590D-7BC2-A920-0C23-88BA71500F0B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5E964F-B4D3-3817-1F50-F2A9E5EA407D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EA50D8-E725-216E-044C-56E68442E0D6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F4FC7-1210-2AE3-2770-6E54B60628FD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DBDC189-8D80-0377-C2DC-BDDD7AF60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655" y="3854375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DFFB5478-5000-D977-318D-5631336AA4ED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FB50F494-9B79-A9D8-8810-A3F0274AC6F2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D9BA84-7879-AC4B-DAFF-4CD1252522A8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0AEEFCA6-9BFD-2468-0934-4A288ADA91DD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712EDBCB-365C-5A72-409D-2E2549F32510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713295-2038-1DAD-7797-99D8368533CF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366D46D-2D70-2F86-144C-843EA710F493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49E4663-30DC-FE90-C97D-A89244328C3F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B3E2F40-9DF5-C943-9F97-EF915D8D47BC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BA5518D-34E3-CE93-87CE-B3AB162B6737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5D074D28-2D22-7BDF-0D23-CF8B5823C19F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DD95C8F-C6AE-6E7A-5B53-261E991AC532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hlinkClick r:id="rId6" action="ppaction://hlinksldjump"/>
            <a:extLst>
              <a:ext uri="{FF2B5EF4-FFF2-40B4-BE49-F238E27FC236}">
                <a16:creationId xmlns:a16="http://schemas.microsoft.com/office/drawing/2014/main" id="{16DCBD93-8DEC-C0E6-5BA6-66700802474F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87BAB-0543-C3C6-70CB-8EEA0FB4EBAA}"/>
              </a:ext>
            </a:extLst>
          </p:cNvPr>
          <p:cNvSpPr txBox="1"/>
          <p:nvPr/>
        </p:nvSpPr>
        <p:spPr>
          <a:xfrm>
            <a:off x="1365069" y="5246661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11" name="Isosceles Triangle 7">
            <a:extLst>
              <a:ext uri="{FF2B5EF4-FFF2-40B4-BE49-F238E27FC236}">
                <a16:creationId xmlns:a16="http://schemas.microsoft.com/office/drawing/2014/main" id="{3849C4AF-ABBC-3D49-1B90-C8B505C71F3D}"/>
              </a:ext>
            </a:extLst>
          </p:cNvPr>
          <p:cNvSpPr/>
          <p:nvPr/>
        </p:nvSpPr>
        <p:spPr>
          <a:xfrm>
            <a:off x="3160958" y="3611648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83E7AD71-9F49-78AB-BD17-C155FD041B1B}"/>
              </a:ext>
            </a:extLst>
          </p:cNvPr>
          <p:cNvSpPr/>
          <p:nvPr/>
        </p:nvSpPr>
        <p:spPr>
          <a:xfrm>
            <a:off x="3259531" y="3761107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B4B4E-A55E-F5F2-1467-D5049E32F042}"/>
              </a:ext>
            </a:extLst>
          </p:cNvPr>
          <p:cNvSpPr txBox="1"/>
          <p:nvPr/>
        </p:nvSpPr>
        <p:spPr>
          <a:xfrm>
            <a:off x="3424060" y="3499497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LSAM-001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BC0A68-2B66-971E-BBAE-3A0B8296EF87}"/>
              </a:ext>
            </a:extLst>
          </p:cNvPr>
          <p:cNvSpPr/>
          <p:nvPr/>
        </p:nvSpPr>
        <p:spPr>
          <a:xfrm>
            <a:off x="3017386" y="3496848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DA0CC7C-E655-D765-52E6-3F007F8A1C04}"/>
              </a:ext>
            </a:extLst>
          </p:cNvPr>
          <p:cNvCxnSpPr>
            <a:cxnSpLocks/>
          </p:cNvCxnSpPr>
          <p:nvPr/>
        </p:nvCxnSpPr>
        <p:spPr>
          <a:xfrm flipH="1" flipV="1">
            <a:off x="3107267" y="3225800"/>
            <a:ext cx="165923" cy="5489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십자형 22">
            <a:extLst>
              <a:ext uri="{FF2B5EF4-FFF2-40B4-BE49-F238E27FC236}">
                <a16:creationId xmlns:a16="http://schemas.microsoft.com/office/drawing/2014/main" id="{3B51DA25-B660-3678-A66B-036AA82E9818}"/>
              </a:ext>
            </a:extLst>
          </p:cNvPr>
          <p:cNvSpPr/>
          <p:nvPr/>
        </p:nvSpPr>
        <p:spPr>
          <a:xfrm>
            <a:off x="3007700" y="3100714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D826898-E41D-E99E-6FF4-AB8AD50BF4EE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18A18AA-263F-2AB3-30FE-270AC7629AE1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4DC0B3F0-04BD-6871-F6EF-B03B60F95651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36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AAD72-E020-6D7A-85B9-86C5B41D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8708D763-E4CD-6654-1FFA-19EB9A3EA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66" name="타원 65">
            <a:extLst>
              <a:ext uri="{FF2B5EF4-FFF2-40B4-BE49-F238E27FC236}">
                <a16:creationId xmlns:a16="http://schemas.microsoft.com/office/drawing/2014/main" id="{AFA3D7CE-B2BB-8D6C-A3D3-B0FC7CF8B7A0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B130995-14F5-BCC4-682B-FE968450CCA9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3BA6BEF-D351-CC49-37CD-F58881C197E0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9CF570C-BDDF-077F-4FD5-9211544090D8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A1B5022-0FFB-C063-E6FB-2BB0673D050B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77A4AB-4CBB-21A1-7C8C-BF8ECFE70AD7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E2F7-1CB0-BE5D-49D5-5F515FBB14CC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</a:t>
            </a:r>
            <a:r>
              <a:rPr lang="en-US" altLang="ko-KR" sz="2200" b="1" dirty="0" err="1">
                <a:solidFill>
                  <a:schemeClr val="bg1"/>
                </a:solidFill>
                <a:latin typeface="Calibri"/>
                <a:ea typeface="맑은 고딕"/>
              </a:rPr>
              <a:t>발사</a:t>
            </a:r>
            <a:endParaRPr lang="en-US" altLang="ko-KR" sz="2200" b="1" dirty="0" err="1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90F2F-C1A7-B5F1-9A47-2577FB34F516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7B9BE29-EB66-25CC-1E42-B495EC6895FA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3422AE-1B47-1C9B-70AC-7A5C50253819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422F0-788A-0FF7-329D-97E250C3792C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673E3-ECD1-DC3E-A4C1-E0D776C622AF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9AD11C-7C58-8C68-2F4E-4A15B377BC41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5E34F2-E1FA-5300-A2F5-94798C77E08C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8425C3-8C89-84AC-E935-E7036DCF857D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C31CA-68FC-C78D-AD13-049AEBCD9992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E62AB54-76BC-2A11-895B-FFF5E59406E1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093DBE-1761-6544-0C4F-D958EDEECA4E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247296-F14A-8A1C-224A-BEC0D4ED71B6}"/>
              </a:ext>
            </a:extLst>
          </p:cNvPr>
          <p:cNvSpPr txBox="1"/>
          <p:nvPr/>
        </p:nvSpPr>
        <p:spPr>
          <a:xfrm>
            <a:off x="303190" y="4652108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8E3229-1321-6C4F-2D47-BACE795834F7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A49F16-438F-E3FE-451C-FBAE7F201316}"/>
              </a:ext>
            </a:extLst>
          </p:cNvPr>
          <p:cNvSpPr txBox="1"/>
          <p:nvPr/>
        </p:nvSpPr>
        <p:spPr>
          <a:xfrm>
            <a:off x="352708" y="5420159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초기유도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787FF6B-E388-F708-76E7-CE438A22E296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F7FC1D-D647-91C5-F250-4F254600EDA7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A2E1C16-620E-62B4-D83C-793931CEF1B1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BACFF2-C4C3-51EA-EC2B-907EEAC45187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13BB10D4-329E-C516-542B-00466ED30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13886B4D-223A-BFAA-CBB9-6FAE68A04C74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B3E9858B-0A3A-5E89-AB95-7249653A264A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D97CADC-E3DA-1149-447E-88B42A52B481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5FFAC4-C8C0-247E-6979-4E2D895EF809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AE60BE-EE33-99A5-F30D-22FC966E6235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extLst>
              <a:ext uri="{FF2B5EF4-FFF2-40B4-BE49-F238E27FC236}">
                <a16:creationId xmlns:a16="http://schemas.microsoft.com/office/drawing/2014/main" id="{73236FE3-E1D6-89DA-A97F-5D7B51E44CB7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FA2618-F8C9-A3F4-7672-86FC8B823B98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52F78ECA-3622-E42E-F38B-B25C13519EBB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628EF0-E6F9-C7AA-142E-6CDAA3618D9D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C20D3EBC-FA6C-F3A4-0A09-8C46C4FFE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D5E4581-FDC2-6A14-F8DF-2BF33F5528C5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C030C8D1-06A3-A0B9-1586-3DCA73F8832C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CC9AD9-524E-DAEC-3244-400AFF19D95A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0D1438C-DD68-F247-FAD7-C1273390D933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884AD5-C123-2598-7A65-F726895C3EFF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62046FAB-C55A-2C4E-434C-60FECCD599D2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0C9A8F-15BD-6815-D3C1-6A5466AE0C1C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2B7CA6CE-4D75-EE30-7A4A-4CEDC99DC69C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048BB52-E71E-5DEC-FFA3-29CF1C6D3652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71361349-6394-4D65-02CC-5ECD5D25C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0AE88DC-61BD-227D-E505-192579A7480C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CD39ADA9-E921-10C0-C612-B76EB94FEF22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555DF83-F765-BFE6-E986-DA7B5F050826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82EC180-345C-7B5E-7CA2-DC636AA239A0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F883AE0-214B-4D6C-1D05-64E00EE4C315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12885D65-772D-482D-AC1C-EC85F4BC5365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34BF9FE-C912-9ED6-9F93-CDE306D1361F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BB0D17FD-1796-1889-E578-83B7A6939CE6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528C96F-C412-7C31-E080-D93AE0098643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1A809457-238E-2E8A-3552-3C9FAFE67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69BB3A99-7152-CD50-41BD-943F5C4C7118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96513C0F-D9A8-5969-5691-9ABAC7E58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7AAFB1-2FA1-32A5-E0CD-6B46D2BDF4ED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18F12-6EE6-A9FD-338E-C757C2707ADE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A25E6D-9442-29E4-1007-109151369E43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A5E40-15B8-56B0-4B8C-F2454896E87D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2CB083-4CF1-84D7-043F-70B43478B285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07E18-2790-126F-E9C9-1BF24719B1D4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150BEC-FB10-44B7-4595-781A5F75BFC3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C7E6E35-8F1C-1312-C112-291DFE32D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hlinkClick r:id="rId6" action="ppaction://hlinksldjump"/>
            <a:extLst>
              <a:ext uri="{FF2B5EF4-FFF2-40B4-BE49-F238E27FC236}">
                <a16:creationId xmlns:a16="http://schemas.microsoft.com/office/drawing/2014/main" id="{942E4445-6CAD-4DCB-DF9D-F6B9B5E3EF18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57C243-5DEE-EC23-B0B1-82E068D3B2FC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13C8EE-1C4D-07B9-BFBA-C6679B14BCB0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01590D-7BC2-A920-0C23-88BA71500F0B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5E964F-B4D3-3817-1F50-F2A9E5EA407D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EA50D8-E725-216E-044C-56E68442E0D6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F4FC7-1210-2AE3-2770-6E54B60628FD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DBDC189-8D80-0377-C2DC-BDDD7AF60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655" y="3854375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DFFB5478-5000-D977-318D-5631336AA4ED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FB50F494-9B79-A9D8-8810-A3F0274AC6F2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D9BA84-7879-AC4B-DAFF-4CD1252522A8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0AEEFCA6-9BFD-2468-0934-4A288ADA91DD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712EDBCB-365C-5A72-409D-2E2549F32510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713295-2038-1DAD-7797-99D8368533CF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366D46D-2D70-2F86-144C-843EA710F493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49E4663-30DC-FE90-C97D-A89244328C3F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B3E2F40-9DF5-C943-9F97-EF915D8D47BC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BA5518D-34E3-CE93-87CE-B3AB162B6737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5D074D28-2D22-7BDF-0D23-CF8B5823C19F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DD95C8F-C6AE-6E7A-5B53-261E991AC532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hlinkClick r:id="rId6" action="ppaction://hlinksldjump"/>
            <a:extLst>
              <a:ext uri="{FF2B5EF4-FFF2-40B4-BE49-F238E27FC236}">
                <a16:creationId xmlns:a16="http://schemas.microsoft.com/office/drawing/2014/main" id="{16DCBD93-8DEC-C0E6-5BA6-66700802474F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87BAB-0543-C3C6-70CB-8EEA0FB4EBAA}"/>
              </a:ext>
            </a:extLst>
          </p:cNvPr>
          <p:cNvSpPr txBox="1"/>
          <p:nvPr/>
        </p:nvSpPr>
        <p:spPr>
          <a:xfrm>
            <a:off x="1365069" y="5246661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0F5809-81D2-9F64-8B38-E392DC238F1C}"/>
              </a:ext>
            </a:extLst>
          </p:cNvPr>
          <p:cNvSpPr/>
          <p:nvPr/>
        </p:nvSpPr>
        <p:spPr>
          <a:xfrm>
            <a:off x="8422299" y="3956265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27282-B957-6C27-E939-20CB52C3CA3B}"/>
              </a:ext>
            </a:extLst>
          </p:cNvPr>
          <p:cNvSpPr txBox="1"/>
          <p:nvPr/>
        </p:nvSpPr>
        <p:spPr>
          <a:xfrm>
            <a:off x="8464896" y="4020352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sp>
        <p:nvSpPr>
          <p:cNvPr id="11" name="Isosceles Triangle 7">
            <a:extLst>
              <a:ext uri="{FF2B5EF4-FFF2-40B4-BE49-F238E27FC236}">
                <a16:creationId xmlns:a16="http://schemas.microsoft.com/office/drawing/2014/main" id="{93418FC0-2D79-A75F-D7E9-1DC35A24A583}"/>
              </a:ext>
            </a:extLst>
          </p:cNvPr>
          <p:cNvSpPr/>
          <p:nvPr/>
        </p:nvSpPr>
        <p:spPr>
          <a:xfrm>
            <a:off x="3160958" y="3611648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C2D05DAE-B4ED-8CA7-A0C8-0A5C4177F734}"/>
              </a:ext>
            </a:extLst>
          </p:cNvPr>
          <p:cNvSpPr/>
          <p:nvPr/>
        </p:nvSpPr>
        <p:spPr>
          <a:xfrm>
            <a:off x="3259531" y="3761107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CAAFA-6158-E6F2-FE4C-F77A2CDBB9D0}"/>
              </a:ext>
            </a:extLst>
          </p:cNvPr>
          <p:cNvSpPr txBox="1"/>
          <p:nvPr/>
        </p:nvSpPr>
        <p:spPr>
          <a:xfrm>
            <a:off x="3424060" y="3499497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LSAM-001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8FCBB6-E8B3-9A4A-09BD-F7285D222F0A}"/>
              </a:ext>
            </a:extLst>
          </p:cNvPr>
          <p:cNvSpPr/>
          <p:nvPr/>
        </p:nvSpPr>
        <p:spPr>
          <a:xfrm>
            <a:off x="3017386" y="3496848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39A6407-2E69-F824-5C83-80D829E4ED93}"/>
              </a:ext>
            </a:extLst>
          </p:cNvPr>
          <p:cNvCxnSpPr>
            <a:cxnSpLocks/>
            <a:endCxn id="23" idx="2"/>
          </p:cNvCxnSpPr>
          <p:nvPr/>
        </p:nvCxnSpPr>
        <p:spPr>
          <a:xfrm flipH="1" flipV="1">
            <a:off x="3089160" y="3259479"/>
            <a:ext cx="184030" cy="5152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십자형 22">
            <a:extLst>
              <a:ext uri="{FF2B5EF4-FFF2-40B4-BE49-F238E27FC236}">
                <a16:creationId xmlns:a16="http://schemas.microsoft.com/office/drawing/2014/main" id="{23699C75-A567-7991-BCFA-4BB74179122C}"/>
              </a:ext>
            </a:extLst>
          </p:cNvPr>
          <p:cNvSpPr/>
          <p:nvPr/>
        </p:nvSpPr>
        <p:spPr>
          <a:xfrm>
            <a:off x="3007700" y="3100714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E8F4A08-4F04-9846-1AC0-0562C1737AFF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4D65978-9780-6083-C485-D978C6AB8441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E5CC30B-62A5-4E05-9650-D8995E232854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97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218F1-D7CC-2E1E-06DA-065F56E12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8A81A986-4E12-BD1D-1F7A-E44DAA74E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83" name="타원 82">
            <a:extLst>
              <a:ext uri="{FF2B5EF4-FFF2-40B4-BE49-F238E27FC236}">
                <a16:creationId xmlns:a16="http://schemas.microsoft.com/office/drawing/2014/main" id="{B00ABB9F-8D12-921E-DB34-9A0CF23C12CB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1DD864-726F-EFB7-F18F-A6880EA31D7C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A017E3D-CF0B-3C29-3AE6-28C102F69CDD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94EC92C-0342-5DF5-C8F8-A8F66A5C1D54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C3DC22BF-98C5-AE52-1A68-B1AFD0046C7D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AC648B9-788A-2B34-5A97-7CE8A28F82AC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A38592-1760-4449-06BD-5CBF36E35E1B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6C110-0B7C-8D64-7FA7-EAAEFEDD0106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타겟3클릭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17E65-A36D-5D53-AEB4-C1062D9F95A4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DBFAADF-999F-7487-E182-E74A067FB00F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9D4429-D8E0-8359-6721-E2A61255901F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F0B8B-221C-BA0A-04A1-3433026A0BB4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713668-6DB5-5E9D-1863-0E874F835688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2CA0D5-36E4-5C96-F176-CD5DD619A01E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660985-884B-0733-601B-C163FF47E634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7B8003-C064-13C0-B0FC-530A394F0933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418383-66C8-3211-8E58-75BC898F9083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779D31-1277-23FE-9F2F-F9E3715598A6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79FEC2-5379-1D37-6CC6-536214E82636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3F493F-90CD-573D-D52A-45222D663BE2}"/>
              </a:ext>
            </a:extLst>
          </p:cNvPr>
          <p:cNvSpPr txBox="1"/>
          <p:nvPr/>
        </p:nvSpPr>
        <p:spPr>
          <a:xfrm>
            <a:off x="303190" y="4652108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D680BC-8B6A-2BE6-5BBE-7C9CB4DE67F6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B9182D-BBB6-5910-9F24-1A1E089D0D3C}"/>
              </a:ext>
            </a:extLst>
          </p:cNvPr>
          <p:cNvSpPr txBox="1"/>
          <p:nvPr/>
        </p:nvSpPr>
        <p:spPr>
          <a:xfrm>
            <a:off x="352708" y="5420159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초기유도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EAD4658-9DA6-2E09-BD33-58A73E41F6FA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D9D1D7-7A0A-255C-817C-3E91E4A3D5F4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537E73E-B80F-C268-6E97-22295B3D762A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A48A46-3E1A-5FC1-A449-1D0952A31521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79BD80FF-BBF3-0AAF-361F-B83C25EE5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825CB1AF-86F2-77D0-71FD-F7D0DD7E5306}"/>
              </a:ext>
            </a:extLst>
          </p:cNvPr>
          <p:cNvSpPr/>
          <p:nvPr/>
        </p:nvSpPr>
        <p:spPr>
          <a:xfrm>
            <a:off x="2561548" y="4297947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</a:endParaRPr>
          </a:p>
        </p:txBody>
      </p:sp>
      <p:sp>
        <p:nvSpPr>
          <p:cNvPr id="90" name="Oval 36">
            <a:extLst>
              <a:ext uri="{FF2B5EF4-FFF2-40B4-BE49-F238E27FC236}">
                <a16:creationId xmlns:a16="http://schemas.microsoft.com/office/drawing/2014/main" id="{6BCAE103-BBDA-0BE6-03AE-8BEB4E8E8DC0}"/>
              </a:ext>
            </a:extLst>
          </p:cNvPr>
          <p:cNvSpPr/>
          <p:nvPr/>
        </p:nvSpPr>
        <p:spPr>
          <a:xfrm>
            <a:off x="2693863" y="4420472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5E537EC-0A6A-D72F-8B0A-AF387FB8AE58}"/>
              </a:ext>
            </a:extLst>
          </p:cNvPr>
          <p:cNvSpPr txBox="1"/>
          <p:nvPr/>
        </p:nvSpPr>
        <p:spPr>
          <a:xfrm>
            <a:off x="2858455" y="4348879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7BE1F9F-D98C-7368-77C8-8716E370CD55}"/>
              </a:ext>
            </a:extLst>
          </p:cNvPr>
          <p:cNvSpPr txBox="1"/>
          <p:nvPr/>
        </p:nvSpPr>
        <p:spPr>
          <a:xfrm>
            <a:off x="2621812" y="4663909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E17393-2A1F-9C08-C4D9-E77B47F1AD19}"/>
              </a:ext>
            </a:extLst>
          </p:cNvPr>
          <p:cNvSpPr txBox="1"/>
          <p:nvPr/>
        </p:nvSpPr>
        <p:spPr>
          <a:xfrm>
            <a:off x="2642027" y="4849035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96" name="Rounded Rectangle 42">
            <a:hlinkClick r:id="rId5" action="ppaction://hlinksldjump"/>
            <a:extLst>
              <a:ext uri="{FF2B5EF4-FFF2-40B4-BE49-F238E27FC236}">
                <a16:creationId xmlns:a16="http://schemas.microsoft.com/office/drawing/2014/main" id="{B49FB6D1-8873-FA65-7530-F1FEBCBA2FB2}"/>
              </a:ext>
            </a:extLst>
          </p:cNvPr>
          <p:cNvSpPr/>
          <p:nvPr/>
        </p:nvSpPr>
        <p:spPr>
          <a:xfrm>
            <a:off x="2604588" y="6186516"/>
            <a:ext cx="100584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3F53261-B0B7-4B57-6C9D-C9E6A3703E8C}"/>
              </a:ext>
            </a:extLst>
          </p:cNvPr>
          <p:cNvSpPr txBox="1"/>
          <p:nvPr/>
        </p:nvSpPr>
        <p:spPr>
          <a:xfrm>
            <a:off x="2822636" y="622228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8" name="Rounded Rectangle 44">
            <a:extLst>
              <a:ext uri="{FF2B5EF4-FFF2-40B4-BE49-F238E27FC236}">
                <a16:creationId xmlns:a16="http://schemas.microsoft.com/office/drawing/2014/main" id="{DAA66416-206A-F2AD-3128-E0A0C4B4ED51}"/>
              </a:ext>
            </a:extLst>
          </p:cNvPr>
          <p:cNvSpPr/>
          <p:nvPr/>
        </p:nvSpPr>
        <p:spPr>
          <a:xfrm>
            <a:off x="3688212" y="6180384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963E530-9CAC-0466-AEFA-BE9377279DF3}"/>
              </a:ext>
            </a:extLst>
          </p:cNvPr>
          <p:cNvSpPr txBox="1"/>
          <p:nvPr/>
        </p:nvSpPr>
        <p:spPr>
          <a:xfrm>
            <a:off x="3912449" y="6208462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C37955B0-BDEA-3A38-AE08-36CB08F2D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024" y="4437053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89E8F7E-4A6A-A4CA-6F55-6CAD1D6A5AF7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FF451931-9F99-284D-73D0-E839365421F1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02D88FA-D219-C738-D883-17DC93938165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D014C-B98F-AE63-EFE9-D79198B8D178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D95B5A2-4001-4533-0321-8BE793798A86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34F0CB47-D8E0-FE89-AA72-723B40C84F1B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B7EDEB4-AC35-94FB-9E60-F47C22D9B2E6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81117939-2205-69F2-2C58-FD4ECE9B099B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3DE9076-21A2-61CD-BE57-EF8BCD6860EE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D9D9060A-8C45-AB95-3B52-6A16D5913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A2DB26B-07A2-9503-8299-5B59FB6A9350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333901E3-BD9C-6D88-BDB7-28C890BE481A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E00B418-E696-CE93-849E-143461C26D68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F3E9050-B19C-39B2-2EF3-8093AAC80E65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E3EB9E5-882D-3767-427E-72E5C4BDF0E1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A3C54388-042E-E2D1-6940-97E2572FDC4A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9B339B0-670E-D7AF-7CAE-877C14CC3C44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C4428A64-5AF5-99F9-5A68-2C1FE6685809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EA5F5F-0DAF-B743-0ABB-7E8F189C4B42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3097BECB-EDEA-6359-6E6B-30FF2A799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15889FC6-5063-01BC-0A83-4025DC4A1B28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7AA686E4-3450-E29E-3695-FAFC68BB9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A7DED9-D80E-B1FA-28F5-E17630749AAC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87CD3-C3F2-5CBC-A63B-6F7D896864FB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3D727-08A1-3095-8CEB-779108B29E7C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7DBC7E-D111-D90A-ADA4-7CC15D9A7503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4D68E-0501-E07F-3D68-CE242F1FD472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C05F5E-A346-D59A-2398-9AA773F5E1A6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D2CEDC-5476-F13B-984E-D0C459766866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15FB619-3160-3C12-EB15-22919B5CC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469D9B-97A0-422B-13F5-D20ACB1B8FA9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003B4B-249C-77AB-FB25-C1AE599485C6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D75185-9712-F670-B81C-33178F05FF50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404035-1A84-E038-6229-F42A4A8AEF97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2D90E0-9EE7-BE56-C8F1-DB04228EA65E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8FEAFE-CDDB-5340-F32D-8AE191469AA7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C34B89-CB12-A5F2-6605-1EB8D137B3E7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0D218E8-09F7-8DC8-5583-8FCAE9D5D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655" y="3854375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9D327E23-7D8F-8F36-3E51-3912CCB794E6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7992A41D-A8D2-0CE5-7EA3-9B93D1C0ED65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78AB6E-F88E-79D6-BF30-94DD3F10B842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FA34D4EE-2F0A-CA08-DACC-CAC100157F00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FA85FF74-6C4F-F4E7-F337-75395D7E7C31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FF4971-825C-3D72-4453-A5C7054B9B25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1482088-BAA2-E6D8-6270-0F5B394FFCEA}"/>
              </a:ext>
            </a:extLst>
          </p:cNvPr>
          <p:cNvSpPr txBox="1"/>
          <p:nvPr/>
        </p:nvSpPr>
        <p:spPr>
          <a:xfrm>
            <a:off x="2609817" y="5338568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EB865BA-FFB9-FD8C-CA28-2CA796F065AA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08DE5F1-9D15-40B2-84C6-1CAD97FC91D1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A3DE9E-F772-79A1-6F8E-0700B1C4C26D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0A4AC5A5-F896-9A5B-140C-079424245FA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4A12DE3-A630-77BE-C553-1614DA9A4BDB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F16D1-9BCB-A060-0A02-8D57CDCEA5B9}"/>
              </a:ext>
            </a:extLst>
          </p:cNvPr>
          <p:cNvSpPr txBox="1"/>
          <p:nvPr/>
        </p:nvSpPr>
        <p:spPr>
          <a:xfrm>
            <a:off x="1365069" y="5246661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842FC8-AEE1-8E48-6A6B-996B1F240E26}"/>
              </a:ext>
            </a:extLst>
          </p:cNvPr>
          <p:cNvSpPr/>
          <p:nvPr/>
        </p:nvSpPr>
        <p:spPr>
          <a:xfrm>
            <a:off x="8422299" y="3956265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009C50-EA7F-2636-9777-CC4F57A41A28}"/>
              </a:ext>
            </a:extLst>
          </p:cNvPr>
          <p:cNvSpPr txBox="1"/>
          <p:nvPr/>
        </p:nvSpPr>
        <p:spPr>
          <a:xfrm>
            <a:off x="8464896" y="4020352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sp>
        <p:nvSpPr>
          <p:cNvPr id="11" name="Isosceles Triangle 7">
            <a:extLst>
              <a:ext uri="{FF2B5EF4-FFF2-40B4-BE49-F238E27FC236}">
                <a16:creationId xmlns:a16="http://schemas.microsoft.com/office/drawing/2014/main" id="{46A64086-619F-E3B3-693E-F97B30A89536}"/>
              </a:ext>
            </a:extLst>
          </p:cNvPr>
          <p:cNvSpPr/>
          <p:nvPr/>
        </p:nvSpPr>
        <p:spPr>
          <a:xfrm>
            <a:off x="3160958" y="3611648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D3ED44F0-3E58-EEB4-F8F8-718909569429}"/>
              </a:ext>
            </a:extLst>
          </p:cNvPr>
          <p:cNvSpPr/>
          <p:nvPr/>
        </p:nvSpPr>
        <p:spPr>
          <a:xfrm>
            <a:off x="3259531" y="3761107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D6681-0443-A22F-1BF8-BBC0A6F76FAB}"/>
              </a:ext>
            </a:extLst>
          </p:cNvPr>
          <p:cNvSpPr txBox="1"/>
          <p:nvPr/>
        </p:nvSpPr>
        <p:spPr>
          <a:xfrm>
            <a:off x="3424060" y="3499497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LSAM-001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89E572-BEC6-7E75-A8D4-9F89BE5214AE}"/>
              </a:ext>
            </a:extLst>
          </p:cNvPr>
          <p:cNvSpPr/>
          <p:nvPr/>
        </p:nvSpPr>
        <p:spPr>
          <a:xfrm>
            <a:off x="3017386" y="3496848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9F1D041-13B8-414C-8070-B94AEF49855D}"/>
              </a:ext>
            </a:extLst>
          </p:cNvPr>
          <p:cNvCxnSpPr>
            <a:cxnSpLocks/>
          </p:cNvCxnSpPr>
          <p:nvPr/>
        </p:nvCxnSpPr>
        <p:spPr>
          <a:xfrm flipH="1" flipV="1">
            <a:off x="3107267" y="3225800"/>
            <a:ext cx="165923" cy="5489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십자형 22">
            <a:extLst>
              <a:ext uri="{FF2B5EF4-FFF2-40B4-BE49-F238E27FC236}">
                <a16:creationId xmlns:a16="http://schemas.microsoft.com/office/drawing/2014/main" id="{E36975EF-918C-3EAB-839F-AE063666DCC7}"/>
              </a:ext>
            </a:extLst>
          </p:cNvPr>
          <p:cNvSpPr/>
          <p:nvPr/>
        </p:nvSpPr>
        <p:spPr>
          <a:xfrm>
            <a:off x="3007700" y="3100714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47B4F0A-706D-C92D-609C-E375F4732AB1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DAD5D4A-3276-E4E5-5C30-AC22CE122992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140230B-3509-6764-84E4-3DA04DBF64D5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4C980AC-E58B-B0A2-5C55-FE317C9D2AEA}"/>
              </a:ext>
            </a:extLst>
          </p:cNvPr>
          <p:cNvCxnSpPr>
            <a:cxnSpLocks/>
          </p:cNvCxnSpPr>
          <p:nvPr/>
        </p:nvCxnSpPr>
        <p:spPr>
          <a:xfrm flipH="1" flipV="1">
            <a:off x="5503333" y="2182761"/>
            <a:ext cx="136550" cy="1728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A495CB5-3E33-F769-70C3-9EF63FFBD842}"/>
              </a:ext>
            </a:extLst>
          </p:cNvPr>
          <p:cNvCxnSpPr>
            <a:cxnSpLocks/>
          </p:cNvCxnSpPr>
          <p:nvPr/>
        </p:nvCxnSpPr>
        <p:spPr>
          <a:xfrm flipH="1" flipV="1">
            <a:off x="5434397" y="2006961"/>
            <a:ext cx="78486" cy="1793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528C8F6-56C6-CFDB-021E-906830446C8F}"/>
              </a:ext>
            </a:extLst>
          </p:cNvPr>
          <p:cNvCxnSpPr>
            <a:cxnSpLocks/>
          </p:cNvCxnSpPr>
          <p:nvPr/>
        </p:nvCxnSpPr>
        <p:spPr>
          <a:xfrm flipH="1" flipV="1">
            <a:off x="5413985" y="1766766"/>
            <a:ext cx="20412" cy="2401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FFCE48F-2BAE-A6D2-4410-0E2DFAED7DE5}"/>
              </a:ext>
            </a:extLst>
          </p:cNvPr>
          <p:cNvCxnSpPr>
            <a:cxnSpLocks/>
          </p:cNvCxnSpPr>
          <p:nvPr/>
        </p:nvCxnSpPr>
        <p:spPr>
          <a:xfrm flipV="1">
            <a:off x="5413899" y="1388533"/>
            <a:ext cx="6833" cy="4007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69E39D-1363-876D-E7DA-76A25DC3F6A3}"/>
              </a:ext>
            </a:extLst>
          </p:cNvPr>
          <p:cNvSpPr/>
          <p:nvPr/>
        </p:nvSpPr>
        <p:spPr>
          <a:xfrm>
            <a:off x="8246805" y="3843281"/>
            <a:ext cx="1163185" cy="460334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B613DE2-BA8E-69B2-2289-2327A7D499E5}"/>
              </a:ext>
            </a:extLst>
          </p:cNvPr>
          <p:cNvGrpSpPr/>
          <p:nvPr/>
        </p:nvGrpSpPr>
        <p:grpSpPr>
          <a:xfrm>
            <a:off x="8339131" y="3899549"/>
            <a:ext cx="1005840" cy="343547"/>
            <a:chOff x="11182416" y="2340566"/>
            <a:chExt cx="1005840" cy="343547"/>
          </a:xfrm>
        </p:grpSpPr>
        <p:sp>
          <p:nvSpPr>
            <p:cNvPr id="61" name="Rounded Rectangle 42">
              <a:extLst>
                <a:ext uri="{FF2B5EF4-FFF2-40B4-BE49-F238E27FC236}">
                  <a16:creationId xmlns:a16="http://schemas.microsoft.com/office/drawing/2014/main" id="{60CC63BD-D53D-8D8D-AFE0-2A5C25D1B6E1}"/>
                </a:ext>
              </a:extLst>
            </p:cNvPr>
            <p:cNvSpPr/>
            <p:nvPr/>
          </p:nvSpPr>
          <p:spPr>
            <a:xfrm>
              <a:off x="11182416" y="2340566"/>
              <a:ext cx="1005840" cy="320040"/>
            </a:xfrm>
            <a:prstGeom prst="roundRect">
              <a:avLst/>
            </a:prstGeom>
            <a:solidFill>
              <a:srgbClr val="A5A5A5"/>
            </a:solidFill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FC182AA-1B86-DF6F-09E4-C1B80B419B7F}"/>
                </a:ext>
              </a:extLst>
            </p:cNvPr>
            <p:cNvSpPr txBox="1"/>
            <p:nvPr/>
          </p:nvSpPr>
          <p:spPr>
            <a:xfrm>
              <a:off x="11220928" y="2376336"/>
              <a:ext cx="902811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>
              <a:spAutoFit/>
            </a:bodyPr>
            <a:lstStyle/>
            <a:p>
              <a:pPr algn="ctr" defTabSz="457200"/>
              <a:r>
                <a:rPr lang="ko-KR" altLang="en-US" sz="1400" b="1" dirty="0">
                  <a:solidFill>
                    <a:srgbClr val="E6F0FF"/>
                  </a:solidFill>
                  <a:latin typeface="Calibri"/>
                </a:rPr>
                <a:t>교전할당</a:t>
              </a:r>
              <a:endParaRPr sz="1400" b="1" dirty="0">
                <a:solidFill>
                  <a:srgbClr val="E6F0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322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F6A19-732D-9B58-C6F0-F54651B7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E96F2C44-98B9-F4C2-8F98-10E4523F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106" name="타원 105">
            <a:extLst>
              <a:ext uri="{FF2B5EF4-FFF2-40B4-BE49-F238E27FC236}">
                <a16:creationId xmlns:a16="http://schemas.microsoft.com/office/drawing/2014/main" id="{37D5419F-F95A-DFA2-7054-3DC5BBB42B65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FBACA8-3AE7-16CC-3959-C4E27402955F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8C33F8-13EF-5DEA-6967-51D69EBDA951}"/>
              </a:ext>
            </a:extLst>
          </p:cNvPr>
          <p:cNvSpPr/>
          <p:nvPr/>
        </p:nvSpPr>
        <p:spPr>
          <a:xfrm>
            <a:off x="2600445" y="2595622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74B8C4C-50CD-97DE-9649-83F23F9FED7B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B0F1960-99FA-4DD1-B712-C37F443A7E67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501C4D7-230D-EEFD-7E6D-47292908DBE2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6042F8-96DF-E1AF-87DB-ED80289887EE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EA12E-81CB-2751-CC26-0B010BE9BB91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타겟3, 유도탄2발사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5CEB4-DAC9-656B-2A5E-0E88D761DDDE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951972-4172-D589-66F2-1E0FEFA0C783}"/>
              </a:ext>
            </a:extLst>
          </p:cNvPr>
          <p:cNvSpPr/>
          <p:nvPr/>
        </p:nvSpPr>
        <p:spPr>
          <a:xfrm>
            <a:off x="2746550" y="2704228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69F789-442D-BD08-CE24-693484A43E4D}"/>
              </a:ext>
            </a:extLst>
          </p:cNvPr>
          <p:cNvSpPr/>
          <p:nvPr/>
        </p:nvSpPr>
        <p:spPr>
          <a:xfrm>
            <a:off x="2845123" y="2853687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A39A3-4C06-7EB8-0A66-4A4279B10EB0}"/>
              </a:ext>
            </a:extLst>
          </p:cNvPr>
          <p:cNvSpPr txBox="1"/>
          <p:nvPr/>
        </p:nvSpPr>
        <p:spPr>
          <a:xfrm>
            <a:off x="3009652" y="2592077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EE6EE-0BE5-7717-BEE5-7A12B80CC089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B0FD3-28FD-EE81-1CD9-E324C3FF3EE3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3308B6-603A-5268-85A2-97F7AB9FBCD6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01089C-B647-4190-610F-66D76629AD7A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C665A-6180-CAB6-7603-04846D499F69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110AD9-8624-FFA0-8AB2-E94A11361C48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1CC030-5E4B-8E4C-5C11-9CD02A963D13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C71286-7B0D-EEFA-94AC-148110076D79}"/>
              </a:ext>
            </a:extLst>
          </p:cNvPr>
          <p:cNvSpPr txBox="1"/>
          <p:nvPr/>
        </p:nvSpPr>
        <p:spPr>
          <a:xfrm>
            <a:off x="303190" y="4652108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A93C-908F-8B25-ADE8-07EC5190AA75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CCB2BA-7BFA-1B61-5933-354F2ABD98FD}"/>
              </a:ext>
            </a:extLst>
          </p:cNvPr>
          <p:cNvSpPr txBox="1"/>
          <p:nvPr/>
        </p:nvSpPr>
        <p:spPr>
          <a:xfrm>
            <a:off x="352708" y="5420159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초기유도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A740E94-A1B6-316B-6C9E-40CC2B2D36B3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EF81B7-D839-C7CC-045E-2EA2FBA79039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E206D3-7A9C-BFD0-9F29-DED36DF753D3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0EAA0F-87F2-8680-8A50-55B30C8BCE3B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A429EA90-CF97-5CA4-0268-CE20BBE61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D339AB9-656E-45CF-AB57-73FEB14A2151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F0CF1A08-32DF-20B6-7F03-19FCBB2077AD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42B998-FC16-69D8-1D2C-B07811A0D7FA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96FB46C-DCC6-9A92-1644-0775AAEE49A4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44BC27C-31C8-03F4-73CA-008A4A3DD3B9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1038D5E0-5C42-C509-F5B0-8913172168FE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rgbClr val="A6A6A6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211391-CBA4-6609-16B9-A9E2D27916A8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3B5AD8E1-D7E9-F872-4375-51F3C1401AF1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475D2FF-DAA5-05DD-84BA-8F027AE5D1E0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C390C683-E2E8-3116-EAD9-05E4CD43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FD3A26C-DA7A-D0C8-7DCC-38A123A756DE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874DBEA3-355B-F562-82A5-BBF010853C09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E35600-6391-62AA-33F5-163383FBC8AF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6631B9-0331-9126-ADA7-EE2CEBB43458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86B2E35-4596-DE3A-B03B-FA82E3BD102E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E044EB2A-A372-4DFD-1A0F-EB9AEBEE9322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rgbClr val="A6A6A6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8029BDB-ACB8-38ED-2B03-82BE4F2EEAA8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5E69F74B-1816-2B91-89D7-6B0575134FE3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2391F03-D12A-9B1F-1205-A2C0A2621D30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CD486814-DA7E-6A9A-AC38-2008DBEFC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61160A0B-D04A-C66C-82FF-C984597A9432}"/>
              </a:ext>
            </a:extLst>
          </p:cNvPr>
          <p:cNvSpPr txBox="1"/>
          <p:nvPr/>
        </p:nvSpPr>
        <p:spPr>
          <a:xfrm>
            <a:off x="9644864" y="19245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FF6FEE00-38F3-2804-13D6-CBD91063D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D90ADB-5FF3-BFE6-7DAB-8324F44BC5D3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09469-E37E-3A37-7CB4-A873ADD972DD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FAD7D-92DD-57E8-8C86-F33B6EFAEFBE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A5ADB-1CC7-538A-4289-729C6B045239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4892A-6DB4-F06E-9720-29CF7BCC9B82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7F5324-B46D-90F6-DB6D-DB00AE237631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BFA3CD-5C9B-9D3F-E74A-E70D0AAF9230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0C8186-43B9-6FC2-1315-4A4BE2FDA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A05794-E296-2BF3-9D7E-BB07B71FAD2B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0990E9-4561-7302-8A28-6202432475AE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CEF335-A758-F88D-03BD-8A4318BB4F7D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4E283E-03AD-EFFF-6CC3-A3660997EE35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FF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3AE7C2-78DD-A9A5-EF27-320B11E99A59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79F04A-EB61-B739-BAEA-6A2BA800204D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FF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FF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FF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FF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98824-EAFD-B020-8BDA-A6E7579283D3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FF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: 140 km/s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FDFB2BF-BF6A-8C4B-F7A7-B09ACEA4A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655" y="3854375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93040930-B4B6-A8A8-8427-796F459EF4B2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02E7F226-E044-5F6D-AE4D-819CCCF0E3C8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5A2EC7-A252-2EF8-EF9E-944A6C57D0FB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AF7590BE-7BF5-5B0E-09B6-04264B39E19A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31456B24-2E92-DDD6-7BAE-229F0574E4C6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F3ED3A-D6C8-E745-FD25-E8FC18883E5B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56D38B5-2A0B-5ACC-3904-77D648B7A86E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43B0CF4-333A-3735-FF2B-F7A87314954B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7DCBFB-BF28-BB1D-4C4C-F343F7AF9C32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085069F5-2AC9-B77D-807E-CAFC41B9D2C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0969E9-8C49-A57B-3ADF-68F27A4C4582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F214E-238B-CFCB-2472-570612A80164}"/>
              </a:ext>
            </a:extLst>
          </p:cNvPr>
          <p:cNvSpPr txBox="1"/>
          <p:nvPr/>
        </p:nvSpPr>
        <p:spPr>
          <a:xfrm>
            <a:off x="1365069" y="5246661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711C9C-3C61-159D-E2E4-0809FAF1D041}"/>
              </a:ext>
            </a:extLst>
          </p:cNvPr>
          <p:cNvSpPr/>
          <p:nvPr/>
        </p:nvSpPr>
        <p:spPr>
          <a:xfrm>
            <a:off x="2538571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36">
            <a:extLst>
              <a:ext uri="{FF2B5EF4-FFF2-40B4-BE49-F238E27FC236}">
                <a16:creationId xmlns:a16="http://schemas.microsoft.com/office/drawing/2014/main" id="{317A58B2-D9F4-6F8E-1A88-39ECF33FED6A}"/>
              </a:ext>
            </a:extLst>
          </p:cNvPr>
          <p:cNvSpPr/>
          <p:nvPr/>
        </p:nvSpPr>
        <p:spPr>
          <a:xfrm>
            <a:off x="2670886" y="4418316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88C72-5F67-C139-CCBD-D888C090729B}"/>
              </a:ext>
            </a:extLst>
          </p:cNvPr>
          <p:cNvSpPr txBox="1"/>
          <p:nvPr/>
        </p:nvSpPr>
        <p:spPr>
          <a:xfrm>
            <a:off x="2835478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E5BC6-139D-AE45-B932-DED952A9CE2A}"/>
              </a:ext>
            </a:extLst>
          </p:cNvPr>
          <p:cNvSpPr txBox="1"/>
          <p:nvPr/>
        </p:nvSpPr>
        <p:spPr>
          <a:xfrm>
            <a:off x="2598835" y="4661753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4FAAC-E731-63FE-49DE-99328FE0B5D1}"/>
              </a:ext>
            </a:extLst>
          </p:cNvPr>
          <p:cNvSpPr txBox="1"/>
          <p:nvPr/>
        </p:nvSpPr>
        <p:spPr>
          <a:xfrm>
            <a:off x="2619050" y="4846879"/>
            <a:ext cx="795859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af-ZA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AD18D-E302-BECD-F75D-F5DFD1DAC109}"/>
              </a:ext>
            </a:extLst>
          </p:cNvPr>
          <p:cNvSpPr txBox="1"/>
          <p:nvPr/>
        </p:nvSpPr>
        <p:spPr>
          <a:xfrm>
            <a:off x="2648353" y="5429804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TARGET003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초기유도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5" name="Rounded Rectangle 42">
            <a:extLst>
              <a:ext uri="{FF2B5EF4-FFF2-40B4-BE49-F238E27FC236}">
                <a16:creationId xmlns:a16="http://schemas.microsoft.com/office/drawing/2014/main" id="{D6F9B141-A860-F179-C424-3E2801047AF0}"/>
              </a:ext>
            </a:extLst>
          </p:cNvPr>
          <p:cNvSpPr/>
          <p:nvPr/>
        </p:nvSpPr>
        <p:spPr>
          <a:xfrm>
            <a:off x="2581611" y="6184361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5DA431-9F59-3932-E16C-442F7E6ABAED}"/>
              </a:ext>
            </a:extLst>
          </p:cNvPr>
          <p:cNvSpPr txBox="1"/>
          <p:nvPr/>
        </p:nvSpPr>
        <p:spPr>
          <a:xfrm>
            <a:off x="2799659" y="622013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4" name="Rounded Rectangle 44">
            <a:extLst>
              <a:ext uri="{FF2B5EF4-FFF2-40B4-BE49-F238E27FC236}">
                <a16:creationId xmlns:a16="http://schemas.microsoft.com/office/drawing/2014/main" id="{87CBA31B-57BD-5B8F-2F7E-8D470402E1C9}"/>
              </a:ext>
            </a:extLst>
          </p:cNvPr>
          <p:cNvSpPr/>
          <p:nvPr/>
        </p:nvSpPr>
        <p:spPr>
          <a:xfrm>
            <a:off x="3665235" y="6178228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D483C9-851B-B7FF-0C5E-A36ED92E87E7}"/>
              </a:ext>
            </a:extLst>
          </p:cNvPr>
          <p:cNvSpPr txBox="1"/>
          <p:nvPr/>
        </p:nvSpPr>
        <p:spPr>
          <a:xfrm>
            <a:off x="3889472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485CCA7-940B-8449-91C3-FC96D71A0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47" y="4434897"/>
            <a:ext cx="1114028" cy="8107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99283CC-D9D2-77D2-D42D-ED74A2EFEEC6}"/>
              </a:ext>
            </a:extLst>
          </p:cNvPr>
          <p:cNvSpPr txBox="1"/>
          <p:nvPr/>
        </p:nvSpPr>
        <p:spPr>
          <a:xfrm>
            <a:off x="3660714" y="5256306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E3BDB99-2D83-5B06-F7C6-2CC72D81A72E}"/>
              </a:ext>
            </a:extLst>
          </p:cNvPr>
          <p:cNvSpPr/>
          <p:nvPr/>
        </p:nvSpPr>
        <p:spPr>
          <a:xfrm>
            <a:off x="8422299" y="3956265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908A6A-71AC-ADEB-DF7F-7428AD0126FA}"/>
              </a:ext>
            </a:extLst>
          </p:cNvPr>
          <p:cNvSpPr txBox="1"/>
          <p:nvPr/>
        </p:nvSpPr>
        <p:spPr>
          <a:xfrm>
            <a:off x="8464896" y="4020352"/>
            <a:ext cx="8467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발사대기</a:t>
            </a:r>
            <a:r>
              <a:rPr lang="en-US" altLang="ko-KR" sz="1000" dirty="0">
                <a:solidFill>
                  <a:srgbClr val="FF0000"/>
                </a:solidFill>
              </a:rPr>
              <a:t>:5s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Isosceles Triangle 7">
            <a:extLst>
              <a:ext uri="{FF2B5EF4-FFF2-40B4-BE49-F238E27FC236}">
                <a16:creationId xmlns:a16="http://schemas.microsoft.com/office/drawing/2014/main" id="{9D322E2A-E6F0-B995-0F4A-4C238D7A241B}"/>
              </a:ext>
            </a:extLst>
          </p:cNvPr>
          <p:cNvSpPr/>
          <p:nvPr/>
        </p:nvSpPr>
        <p:spPr>
          <a:xfrm>
            <a:off x="3160958" y="3611648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6" name="Oval 8">
            <a:extLst>
              <a:ext uri="{FF2B5EF4-FFF2-40B4-BE49-F238E27FC236}">
                <a16:creationId xmlns:a16="http://schemas.microsoft.com/office/drawing/2014/main" id="{44706854-4E76-283E-A321-08B2DD995AF0}"/>
              </a:ext>
            </a:extLst>
          </p:cNvPr>
          <p:cNvSpPr/>
          <p:nvPr/>
        </p:nvSpPr>
        <p:spPr>
          <a:xfrm>
            <a:off x="3259531" y="3761107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E3CCEB-AE7A-7A0C-5C87-84465AE5391E}"/>
              </a:ext>
            </a:extLst>
          </p:cNvPr>
          <p:cNvSpPr txBox="1"/>
          <p:nvPr/>
        </p:nvSpPr>
        <p:spPr>
          <a:xfrm>
            <a:off x="3424060" y="3499497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LSAM-001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AF22C99-44EC-7B15-8965-69586655AE0F}"/>
              </a:ext>
            </a:extLst>
          </p:cNvPr>
          <p:cNvSpPr/>
          <p:nvPr/>
        </p:nvSpPr>
        <p:spPr>
          <a:xfrm>
            <a:off x="3017386" y="3496848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73" name="Isosceles Triangle 7">
            <a:extLst>
              <a:ext uri="{FF2B5EF4-FFF2-40B4-BE49-F238E27FC236}">
                <a16:creationId xmlns:a16="http://schemas.microsoft.com/office/drawing/2014/main" id="{6C8D3E74-C156-7D47-5302-91FFD866C3E3}"/>
              </a:ext>
            </a:extLst>
          </p:cNvPr>
          <p:cNvSpPr/>
          <p:nvPr/>
        </p:nvSpPr>
        <p:spPr>
          <a:xfrm>
            <a:off x="5645540" y="3684736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4" name="Oval 8">
            <a:extLst>
              <a:ext uri="{FF2B5EF4-FFF2-40B4-BE49-F238E27FC236}">
                <a16:creationId xmlns:a16="http://schemas.microsoft.com/office/drawing/2014/main" id="{4CC58076-AF47-3EBD-D7B5-E567C4B2F4A4}"/>
              </a:ext>
            </a:extLst>
          </p:cNvPr>
          <p:cNvSpPr/>
          <p:nvPr/>
        </p:nvSpPr>
        <p:spPr>
          <a:xfrm>
            <a:off x="5744113" y="3834195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9A0823-5E14-203D-9859-5CC3F2F447CC}"/>
              </a:ext>
            </a:extLst>
          </p:cNvPr>
          <p:cNvSpPr txBox="1"/>
          <p:nvPr/>
        </p:nvSpPr>
        <p:spPr>
          <a:xfrm>
            <a:off x="5908642" y="3572585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LSAM-002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C73C989-5D53-4AB7-FD1E-19E955573DF9}"/>
              </a:ext>
            </a:extLst>
          </p:cNvPr>
          <p:cNvSpPr/>
          <p:nvPr/>
        </p:nvSpPr>
        <p:spPr>
          <a:xfrm>
            <a:off x="5501968" y="3569936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0AD379D-73F1-8380-B06B-E04CC00E0B94}"/>
              </a:ext>
            </a:extLst>
          </p:cNvPr>
          <p:cNvCxnSpPr>
            <a:cxnSpLocks/>
          </p:cNvCxnSpPr>
          <p:nvPr/>
        </p:nvCxnSpPr>
        <p:spPr>
          <a:xfrm flipH="1" flipV="1">
            <a:off x="3107267" y="3225800"/>
            <a:ext cx="165923" cy="5489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십자형 77">
            <a:extLst>
              <a:ext uri="{FF2B5EF4-FFF2-40B4-BE49-F238E27FC236}">
                <a16:creationId xmlns:a16="http://schemas.microsoft.com/office/drawing/2014/main" id="{A849841E-0998-2F94-06C4-A72370035B2A}"/>
              </a:ext>
            </a:extLst>
          </p:cNvPr>
          <p:cNvSpPr/>
          <p:nvPr/>
        </p:nvSpPr>
        <p:spPr>
          <a:xfrm>
            <a:off x="3007700" y="3100714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D6EEB39-64B2-0188-CCA8-7A0598C68E6E}"/>
              </a:ext>
            </a:extLst>
          </p:cNvPr>
          <p:cNvCxnSpPr>
            <a:cxnSpLocks/>
            <a:stCxn id="74" idx="3"/>
            <a:endCxn id="80" idx="2"/>
          </p:cNvCxnSpPr>
          <p:nvPr/>
        </p:nvCxnSpPr>
        <p:spPr>
          <a:xfrm flipV="1">
            <a:off x="5757772" y="2856221"/>
            <a:ext cx="240593" cy="10575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십자형 79">
            <a:extLst>
              <a:ext uri="{FF2B5EF4-FFF2-40B4-BE49-F238E27FC236}">
                <a16:creationId xmlns:a16="http://schemas.microsoft.com/office/drawing/2014/main" id="{FAF44F71-8E81-846F-3F35-D0D59EE44F51}"/>
              </a:ext>
            </a:extLst>
          </p:cNvPr>
          <p:cNvSpPr/>
          <p:nvPr/>
        </p:nvSpPr>
        <p:spPr>
          <a:xfrm>
            <a:off x="5916905" y="2697456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62268D5F-9D1B-5F97-9D61-D08B5AE4ED4E}"/>
              </a:ext>
            </a:extLst>
          </p:cNvPr>
          <p:cNvCxnSpPr>
            <a:cxnSpLocks/>
          </p:cNvCxnSpPr>
          <p:nvPr/>
        </p:nvCxnSpPr>
        <p:spPr>
          <a:xfrm>
            <a:off x="2880465" y="2876923"/>
            <a:ext cx="140405" cy="212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580C205B-EE38-E955-5BF2-50E9060A627A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AF68578-2CA6-2760-504A-912B9B7B7BD3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3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F6A19-732D-9B58-C6F0-F54651B7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E96F2C44-98B9-F4C2-8F98-10E4523F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97" name="타원 96">
            <a:extLst>
              <a:ext uri="{FF2B5EF4-FFF2-40B4-BE49-F238E27FC236}">
                <a16:creationId xmlns:a16="http://schemas.microsoft.com/office/drawing/2014/main" id="{408B3B2F-FF13-A1DF-3401-641373E12669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8C33F8-13EF-5DEA-6967-51D69EBDA951}"/>
              </a:ext>
            </a:extLst>
          </p:cNvPr>
          <p:cNvSpPr/>
          <p:nvPr/>
        </p:nvSpPr>
        <p:spPr>
          <a:xfrm>
            <a:off x="2670886" y="2708711"/>
            <a:ext cx="1358095" cy="489994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8F09035-587C-1045-ECEE-A45F6F2F4886}"/>
              </a:ext>
            </a:extLst>
          </p:cNvPr>
          <p:cNvSpPr/>
          <p:nvPr/>
        </p:nvSpPr>
        <p:spPr>
          <a:xfrm>
            <a:off x="2924830" y="3087449"/>
            <a:ext cx="1358095" cy="489994"/>
          </a:xfrm>
          <a:prstGeom prst="rect">
            <a:avLst/>
          </a:prstGeom>
          <a:solidFill>
            <a:srgbClr val="FFFF0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FBACA8-3AE7-16CC-3959-C4E27402955F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74B8C4C-50CD-97DE-9649-83F23F9FED7B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B0F1960-99FA-4DD1-B712-C37F443A7E67}"/>
              </a:ext>
            </a:extLst>
          </p:cNvPr>
          <p:cNvSpPr/>
          <p:nvPr/>
        </p:nvSpPr>
        <p:spPr>
          <a:xfrm>
            <a:off x="9561262" y="963837"/>
            <a:ext cx="2353033" cy="1293183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501C4D7-230D-EEFD-7E6D-47292908DBE2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6042F8-96DF-E1AF-87DB-ED80289887EE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EA12E-81CB-2751-CC26-0B010BE9BB91}"/>
              </a:ext>
            </a:extLst>
          </p:cNvPr>
          <p:cNvSpPr txBox="1"/>
          <p:nvPr/>
        </p:nvSpPr>
        <p:spPr>
          <a:xfrm>
            <a:off x="454741" y="227292"/>
            <a:ext cx="5431759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타겟1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종말유도 진입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5CEB4-DAC9-656B-2A5E-0E88D761DDDE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951972-4172-D589-66F2-1E0FEFA0C783}"/>
              </a:ext>
            </a:extLst>
          </p:cNvPr>
          <p:cNvSpPr/>
          <p:nvPr/>
        </p:nvSpPr>
        <p:spPr>
          <a:xfrm>
            <a:off x="2816991" y="2817317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69F789-442D-BD08-CE24-693484A43E4D}"/>
              </a:ext>
            </a:extLst>
          </p:cNvPr>
          <p:cNvSpPr/>
          <p:nvPr/>
        </p:nvSpPr>
        <p:spPr>
          <a:xfrm>
            <a:off x="2915564" y="2966776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A39A3-4C06-7EB8-0A66-4A4279B10EB0}"/>
              </a:ext>
            </a:extLst>
          </p:cNvPr>
          <p:cNvSpPr txBox="1"/>
          <p:nvPr/>
        </p:nvSpPr>
        <p:spPr>
          <a:xfrm>
            <a:off x="3080093" y="2705166"/>
            <a:ext cx="90377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altLang="ko-KR" sz="1050" dirty="0">
                <a:solidFill>
                  <a:srgbClr val="FF0000"/>
                </a:solidFill>
                <a:latin typeface="Calibri"/>
              </a:rPr>
              <a:t>TARGET001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 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: 140/kms</a:t>
            </a:r>
            <a:endParaRPr lang="ko-KR" altLang="en-US"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EE6EE-0BE5-7717-BEE5-7A12B80CC089}"/>
              </a:ext>
            </a:extLst>
          </p:cNvPr>
          <p:cNvSpPr txBox="1"/>
          <p:nvPr/>
        </p:nvSpPr>
        <p:spPr>
          <a:xfrm>
            <a:off x="9633840" y="1015698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B0FD3-28FD-EE81-1CD9-E324C3FF3EE3}"/>
              </a:ext>
            </a:extLst>
          </p:cNvPr>
          <p:cNvSpPr txBox="1"/>
          <p:nvPr/>
        </p:nvSpPr>
        <p:spPr>
          <a:xfrm>
            <a:off x="10504381" y="10608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lang="ko-KR" altLang="en-US"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3308B6-603A-5268-85A2-97F7AB9FBCD6}"/>
              </a:ext>
            </a:extLst>
          </p:cNvPr>
          <p:cNvSpPr txBox="1"/>
          <p:nvPr/>
        </p:nvSpPr>
        <p:spPr>
          <a:xfrm>
            <a:off x="9653828" y="12300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rgbClr val="FF0000"/>
                </a:solidFill>
                <a:latin typeface="Calibri"/>
              </a:rPr>
              <a:t>ID      cSAM-003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01089C-B647-4190-610F-66D76629AD7A}"/>
              </a:ext>
            </a:extLst>
          </p:cNvPr>
          <p:cNvSpPr txBox="1"/>
          <p:nvPr/>
        </p:nvSpPr>
        <p:spPr>
          <a:xfrm>
            <a:off x="9646041" y="14555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0000"/>
                </a:solidFill>
                <a:latin typeface="Calibri"/>
              </a:rPr>
              <a:t>거리</a:t>
            </a:r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800</a:t>
            </a:r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km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C665A-6180-CAB6-7603-04846D499F69}"/>
              </a:ext>
            </a:extLst>
          </p:cNvPr>
          <p:cNvSpPr txBox="1"/>
          <p:nvPr/>
        </p:nvSpPr>
        <p:spPr>
          <a:xfrm>
            <a:off x="9646041" y="16827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 err="1">
                <a:solidFill>
                  <a:srgbClr val="FF0000"/>
                </a:solidFill>
                <a:latin typeface="Calibri"/>
              </a:rPr>
              <a:t>방위</a:t>
            </a:r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125</a:t>
            </a:r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, 1111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110AD9-8624-FFA0-8AB2-E94A11361C48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1CC030-5E4B-8E4C-5C11-9CD02A963D13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C71286-7B0D-EEFA-94AC-148110076D79}"/>
              </a:ext>
            </a:extLst>
          </p:cNvPr>
          <p:cNvSpPr txBox="1"/>
          <p:nvPr/>
        </p:nvSpPr>
        <p:spPr>
          <a:xfrm>
            <a:off x="303190" y="4652108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A93C-908F-8B25-ADE8-07EC5190AA75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CCB2BA-7BFA-1B61-5933-354F2ABD98FD}"/>
              </a:ext>
            </a:extLst>
          </p:cNvPr>
          <p:cNvSpPr txBox="1"/>
          <p:nvPr/>
        </p:nvSpPr>
        <p:spPr>
          <a:xfrm>
            <a:off x="352708" y="5420159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종말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A740E94-A1B6-316B-6C9E-40CC2B2D36B3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EF81B7-D839-C7CC-045E-2EA2FBA79039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E206D3-7A9C-BFD0-9F29-DED36DF753D3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0EAA0F-87F2-8680-8A50-55B30C8BCE3B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A429EA90-CF97-5CA4-0268-CE20BBE61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D339AB9-656E-45CF-AB57-73FEB14A2151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F0CF1A08-32DF-20B6-7F03-19FCBB2077AD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42B998-FC16-69D8-1D2C-B07811A0D7FA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96FB46C-DCC6-9A92-1644-0775AAEE49A4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44BC27C-31C8-03F4-73CA-008A4A3DD3B9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1038D5E0-5C42-C509-F5B0-8913172168FE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rgbClr val="A6A6A6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211391-CBA4-6609-16B9-A9E2D27916A8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3B5AD8E1-D7E9-F872-4375-51F3C1401AF1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475D2FF-DAA5-05DD-84BA-8F027AE5D1E0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C390C683-E2E8-3116-EAD9-05E4CD43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FD3A26C-DA7A-D0C8-7DCC-38A123A756DE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874DBEA3-355B-F562-82A5-BBF010853C09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E35600-6391-62AA-33F5-163383FBC8AF}"/>
              </a:ext>
            </a:extLst>
          </p:cNvPr>
          <p:cNvSpPr txBox="1"/>
          <p:nvPr/>
        </p:nvSpPr>
        <p:spPr>
          <a:xfrm>
            <a:off x="7476975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D390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6631B9-0331-9126-ADA7-EE2CEBB43458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86B2E35-4596-DE3A-B03B-FA82E3BD102E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20" name="Rounded Rectangle 42">
            <a:extLst>
              <a:ext uri="{FF2B5EF4-FFF2-40B4-BE49-F238E27FC236}">
                <a16:creationId xmlns:a16="http://schemas.microsoft.com/office/drawing/2014/main" id="{E044EB2A-A372-4DFD-1A0F-EB9AEBEE9322}"/>
              </a:ext>
            </a:extLst>
          </p:cNvPr>
          <p:cNvSpPr/>
          <p:nvPr/>
        </p:nvSpPr>
        <p:spPr>
          <a:xfrm>
            <a:off x="7223108" y="6184360"/>
            <a:ext cx="1005840" cy="320040"/>
          </a:xfrm>
          <a:prstGeom prst="roundRect">
            <a:avLst/>
          </a:prstGeom>
          <a:solidFill>
            <a:srgbClr val="A6A6A6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8029BDB-ACB8-38ED-2B03-82BE4F2EEAA8}"/>
              </a:ext>
            </a:extLst>
          </p:cNvPr>
          <p:cNvSpPr txBox="1"/>
          <p:nvPr/>
        </p:nvSpPr>
        <p:spPr>
          <a:xfrm>
            <a:off x="7441156" y="622013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22" name="Rounded Rectangle 44">
            <a:extLst>
              <a:ext uri="{FF2B5EF4-FFF2-40B4-BE49-F238E27FC236}">
                <a16:creationId xmlns:a16="http://schemas.microsoft.com/office/drawing/2014/main" id="{5E69F74B-1816-2B91-89D7-6B0575134FE3}"/>
              </a:ext>
            </a:extLst>
          </p:cNvPr>
          <p:cNvSpPr/>
          <p:nvPr/>
        </p:nvSpPr>
        <p:spPr>
          <a:xfrm>
            <a:off x="8306732" y="6178228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2391F03-D12A-9B1F-1205-A2C0A2621D30}"/>
              </a:ext>
            </a:extLst>
          </p:cNvPr>
          <p:cNvSpPr txBox="1"/>
          <p:nvPr/>
        </p:nvSpPr>
        <p:spPr>
          <a:xfrm>
            <a:off x="8530969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CD486814-DA7E-6A9A-AC38-2008DBEFC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61160A0B-D04A-C66C-82FF-C984597A9432}"/>
              </a:ext>
            </a:extLst>
          </p:cNvPr>
          <p:cNvSpPr txBox="1"/>
          <p:nvPr/>
        </p:nvSpPr>
        <p:spPr>
          <a:xfrm>
            <a:off x="9644864" y="1924547"/>
            <a:ext cx="11576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: 140 km/s</a:t>
            </a:r>
            <a:r>
              <a:rPr lang="en-US" altLang="ko-KR" sz="1100" dirty="0">
                <a:solidFill>
                  <a:srgbClr val="FFFF00"/>
                </a:solidFill>
                <a:latin typeface="Calibri"/>
              </a:rPr>
              <a:t>s</a:t>
            </a:r>
            <a:endParaRPr sz="1100" dirty="0">
              <a:solidFill>
                <a:srgbClr val="FFFF00"/>
              </a:solidFill>
              <a:latin typeface="Calibri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FF6FEE00-38F3-2804-13D6-CBD91063D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1167" y="1026793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D90ADB-5FF3-BFE6-7DAB-8324F44BC5D3}"/>
              </a:ext>
            </a:extLst>
          </p:cNvPr>
          <p:cNvSpPr/>
          <p:nvPr/>
        </p:nvSpPr>
        <p:spPr>
          <a:xfrm>
            <a:off x="9564346" y="2371137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09469-E37E-3A37-7CB4-A873ADD972DD}"/>
              </a:ext>
            </a:extLst>
          </p:cNvPr>
          <p:cNvSpPr txBox="1"/>
          <p:nvPr/>
        </p:nvSpPr>
        <p:spPr>
          <a:xfrm>
            <a:off x="9636924" y="2422998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FAD7D-92DD-57E8-8C86-F33B6EFAEFBE}"/>
              </a:ext>
            </a:extLst>
          </p:cNvPr>
          <p:cNvSpPr txBox="1"/>
          <p:nvPr/>
        </p:nvSpPr>
        <p:spPr>
          <a:xfrm>
            <a:off x="10507465" y="2468108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A5ADB-1CC7-538A-4289-729C6B045239}"/>
              </a:ext>
            </a:extLst>
          </p:cNvPr>
          <p:cNvSpPr txBox="1"/>
          <p:nvPr/>
        </p:nvSpPr>
        <p:spPr>
          <a:xfrm>
            <a:off x="9656912" y="2637330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00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4892A-6DB4-F06E-9720-29CF7BCC9B82}"/>
              </a:ext>
            </a:extLst>
          </p:cNvPr>
          <p:cNvSpPr txBox="1"/>
          <p:nvPr/>
        </p:nvSpPr>
        <p:spPr>
          <a:xfrm>
            <a:off x="9649125" y="2862814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7F5324-B46D-90F6-DB6D-DB00AE237631}"/>
              </a:ext>
            </a:extLst>
          </p:cNvPr>
          <p:cNvSpPr txBox="1"/>
          <p:nvPr/>
        </p:nvSpPr>
        <p:spPr>
          <a:xfrm>
            <a:off x="9649125" y="3090098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00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BFA3CD-5C9B-9D3F-E74A-E70D0AAF9230}"/>
              </a:ext>
            </a:extLst>
          </p:cNvPr>
          <p:cNvSpPr txBox="1"/>
          <p:nvPr/>
        </p:nvSpPr>
        <p:spPr>
          <a:xfrm>
            <a:off x="9647948" y="3331847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: 140 km/s</a:t>
            </a:r>
            <a:endParaRPr sz="1100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0C8186-43B9-6FC2-1315-4A4BE2FDA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251" y="2434093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A05794-E296-2BF3-9D7E-BB07B71FAD2B}"/>
              </a:ext>
            </a:extLst>
          </p:cNvPr>
          <p:cNvSpPr/>
          <p:nvPr/>
        </p:nvSpPr>
        <p:spPr>
          <a:xfrm>
            <a:off x="9558750" y="3791419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0990E9-4561-7302-8A28-6202432475AE}"/>
              </a:ext>
            </a:extLst>
          </p:cNvPr>
          <p:cNvSpPr txBox="1"/>
          <p:nvPr/>
        </p:nvSpPr>
        <p:spPr>
          <a:xfrm>
            <a:off x="9631328" y="3843280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CEF335-A758-F88D-03BD-8A4318BB4F7D}"/>
              </a:ext>
            </a:extLst>
          </p:cNvPr>
          <p:cNvSpPr txBox="1"/>
          <p:nvPr/>
        </p:nvSpPr>
        <p:spPr>
          <a:xfrm>
            <a:off x="10501869" y="3888390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4E283E-03AD-EFFF-6CC3-A3660997EE35}"/>
              </a:ext>
            </a:extLst>
          </p:cNvPr>
          <p:cNvSpPr txBox="1"/>
          <p:nvPr/>
        </p:nvSpPr>
        <p:spPr>
          <a:xfrm>
            <a:off x="9651316" y="4057612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00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3AE7C2-78DD-A9A5-EF27-320B11E99A59}"/>
              </a:ext>
            </a:extLst>
          </p:cNvPr>
          <p:cNvSpPr txBox="1"/>
          <p:nvPr/>
        </p:nvSpPr>
        <p:spPr>
          <a:xfrm>
            <a:off x="9643529" y="4283096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79F04A-EB61-B739-BAEA-6A2BA800204D}"/>
              </a:ext>
            </a:extLst>
          </p:cNvPr>
          <p:cNvSpPr txBox="1"/>
          <p:nvPr/>
        </p:nvSpPr>
        <p:spPr>
          <a:xfrm>
            <a:off x="9643529" y="4510380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00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98824-EAFD-B020-8BDA-A6E7579283D3}"/>
              </a:ext>
            </a:extLst>
          </p:cNvPr>
          <p:cNvSpPr txBox="1"/>
          <p:nvPr/>
        </p:nvSpPr>
        <p:spPr>
          <a:xfrm>
            <a:off x="9642352" y="4752129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: 140 km/s</a:t>
            </a:r>
            <a:endParaRPr sz="1100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FDFB2BF-BF6A-8C4B-F7A7-B09ACEA4A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655" y="3854375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93040930-B4B6-A8A8-8427-796F459EF4B2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02E7F226-E044-5F6D-AE4D-819CCCF0E3C8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5A2EC7-A252-2EF8-EF9E-944A6C57D0FB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AF7590BE-7BF5-5B0E-09B6-04264B39E19A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31456B24-2E92-DDD6-7BAE-229F0574E4C6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F3ED3A-D6C8-E745-FD25-E8FC18883E5B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56D38B5-2A0B-5ACC-3904-77D648B7A86E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43B0CF4-333A-3735-FF2B-F7A87314954B}"/>
              </a:ext>
            </a:extLst>
          </p:cNvPr>
          <p:cNvSpPr txBox="1"/>
          <p:nvPr/>
        </p:nvSpPr>
        <p:spPr>
          <a:xfrm>
            <a:off x="7274506" y="5371503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7DCBFB-BF28-BB1D-4C4C-F343F7AF9C32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085069F5-2AC9-B77D-807E-CAFC41B9D2C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0969E9-8C49-A57B-3ADF-68F27A4C4582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F214E-238B-CFCB-2472-570612A80164}"/>
              </a:ext>
            </a:extLst>
          </p:cNvPr>
          <p:cNvSpPr txBox="1"/>
          <p:nvPr/>
        </p:nvSpPr>
        <p:spPr>
          <a:xfrm>
            <a:off x="1365069" y="5246661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711C9C-3C61-159D-E2E4-0809FAF1D041}"/>
              </a:ext>
            </a:extLst>
          </p:cNvPr>
          <p:cNvSpPr/>
          <p:nvPr/>
        </p:nvSpPr>
        <p:spPr>
          <a:xfrm>
            <a:off x="2538571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36">
            <a:extLst>
              <a:ext uri="{FF2B5EF4-FFF2-40B4-BE49-F238E27FC236}">
                <a16:creationId xmlns:a16="http://schemas.microsoft.com/office/drawing/2014/main" id="{317A58B2-D9F4-6F8E-1A88-39ECF33FED6A}"/>
              </a:ext>
            </a:extLst>
          </p:cNvPr>
          <p:cNvSpPr/>
          <p:nvPr/>
        </p:nvSpPr>
        <p:spPr>
          <a:xfrm>
            <a:off x="2670886" y="4418316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88C72-5F67-C139-CCBD-D888C090729B}"/>
              </a:ext>
            </a:extLst>
          </p:cNvPr>
          <p:cNvSpPr txBox="1"/>
          <p:nvPr/>
        </p:nvSpPr>
        <p:spPr>
          <a:xfrm>
            <a:off x="2835478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E5BC6-139D-AE45-B932-DED952A9CE2A}"/>
              </a:ext>
            </a:extLst>
          </p:cNvPr>
          <p:cNvSpPr txBox="1"/>
          <p:nvPr/>
        </p:nvSpPr>
        <p:spPr>
          <a:xfrm>
            <a:off x="2598835" y="4661753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4FAAC-E731-63FE-49DE-99328FE0B5D1}"/>
              </a:ext>
            </a:extLst>
          </p:cNvPr>
          <p:cNvSpPr txBox="1"/>
          <p:nvPr/>
        </p:nvSpPr>
        <p:spPr>
          <a:xfrm>
            <a:off x="2619050" y="4846879"/>
            <a:ext cx="795859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af-ZA" sz="1200" dirty="0">
                <a:solidFill>
                  <a:srgbClr val="AAC8DC"/>
                </a:solidFill>
                <a:latin typeface="Calibri"/>
              </a:rPr>
              <a:t>ISAM-002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AD18D-E302-BECD-F75D-F5DFD1DAC109}"/>
              </a:ext>
            </a:extLst>
          </p:cNvPr>
          <p:cNvSpPr txBox="1"/>
          <p:nvPr/>
        </p:nvSpPr>
        <p:spPr>
          <a:xfrm>
            <a:off x="2648353" y="5429804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TARGET003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초기유도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5" name="Rounded Rectangle 42">
            <a:extLst>
              <a:ext uri="{FF2B5EF4-FFF2-40B4-BE49-F238E27FC236}">
                <a16:creationId xmlns:a16="http://schemas.microsoft.com/office/drawing/2014/main" id="{D6F9B141-A860-F179-C424-3E2801047AF0}"/>
              </a:ext>
            </a:extLst>
          </p:cNvPr>
          <p:cNvSpPr/>
          <p:nvPr/>
        </p:nvSpPr>
        <p:spPr>
          <a:xfrm>
            <a:off x="2581611" y="6184361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5DA431-9F59-3932-E16C-442F7E6ABAED}"/>
              </a:ext>
            </a:extLst>
          </p:cNvPr>
          <p:cNvSpPr txBox="1"/>
          <p:nvPr/>
        </p:nvSpPr>
        <p:spPr>
          <a:xfrm>
            <a:off x="2799659" y="622013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4" name="Rounded Rectangle 44">
            <a:extLst>
              <a:ext uri="{FF2B5EF4-FFF2-40B4-BE49-F238E27FC236}">
                <a16:creationId xmlns:a16="http://schemas.microsoft.com/office/drawing/2014/main" id="{87CBA31B-57BD-5B8F-2F7E-8D470402E1C9}"/>
              </a:ext>
            </a:extLst>
          </p:cNvPr>
          <p:cNvSpPr/>
          <p:nvPr/>
        </p:nvSpPr>
        <p:spPr>
          <a:xfrm>
            <a:off x="3665235" y="6178228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D483C9-851B-B7FF-0C5E-A36ED92E87E7}"/>
              </a:ext>
            </a:extLst>
          </p:cNvPr>
          <p:cNvSpPr txBox="1"/>
          <p:nvPr/>
        </p:nvSpPr>
        <p:spPr>
          <a:xfrm>
            <a:off x="3889472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485CCA7-940B-8449-91C3-FC96D71A0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47" y="4434897"/>
            <a:ext cx="1114028" cy="81078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99283CC-D9D2-77D2-D42D-ED74A2EFEEC6}"/>
              </a:ext>
            </a:extLst>
          </p:cNvPr>
          <p:cNvSpPr txBox="1"/>
          <p:nvPr/>
        </p:nvSpPr>
        <p:spPr>
          <a:xfrm>
            <a:off x="3660714" y="5256306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BD17962-6C49-5B5B-FBB6-2A1775541F9A}"/>
              </a:ext>
            </a:extLst>
          </p:cNvPr>
          <p:cNvSpPr/>
          <p:nvPr/>
        </p:nvSpPr>
        <p:spPr>
          <a:xfrm>
            <a:off x="8422299" y="3956265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D1CC77-0DB0-FA4F-9A92-803E40C73E96}"/>
              </a:ext>
            </a:extLst>
          </p:cNvPr>
          <p:cNvSpPr txBox="1"/>
          <p:nvPr/>
        </p:nvSpPr>
        <p:spPr>
          <a:xfrm>
            <a:off x="8464896" y="4020352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sp>
        <p:nvSpPr>
          <p:cNvPr id="68" name="Isosceles Triangle 7">
            <a:extLst>
              <a:ext uri="{FF2B5EF4-FFF2-40B4-BE49-F238E27FC236}">
                <a16:creationId xmlns:a16="http://schemas.microsoft.com/office/drawing/2014/main" id="{1180DD76-9253-CB40-8723-BC9D14F0BD2B}"/>
              </a:ext>
            </a:extLst>
          </p:cNvPr>
          <p:cNvSpPr/>
          <p:nvPr/>
        </p:nvSpPr>
        <p:spPr>
          <a:xfrm>
            <a:off x="3068402" y="3202249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9" name="Oval 8">
            <a:extLst>
              <a:ext uri="{FF2B5EF4-FFF2-40B4-BE49-F238E27FC236}">
                <a16:creationId xmlns:a16="http://schemas.microsoft.com/office/drawing/2014/main" id="{ABB30F5D-416B-75B4-746D-6C7D9ADD42A2}"/>
              </a:ext>
            </a:extLst>
          </p:cNvPr>
          <p:cNvSpPr/>
          <p:nvPr/>
        </p:nvSpPr>
        <p:spPr>
          <a:xfrm>
            <a:off x="3166975" y="3351708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8BFE7D-47BF-44FF-1762-2BE5A516BAD4}"/>
              </a:ext>
            </a:extLst>
          </p:cNvPr>
          <p:cNvSpPr txBox="1"/>
          <p:nvPr/>
        </p:nvSpPr>
        <p:spPr>
          <a:xfrm>
            <a:off x="3331504" y="3090098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LSAM-001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2" name="Isosceles Triangle 7">
            <a:extLst>
              <a:ext uri="{FF2B5EF4-FFF2-40B4-BE49-F238E27FC236}">
                <a16:creationId xmlns:a16="http://schemas.microsoft.com/office/drawing/2014/main" id="{A53476F5-7089-C257-2DD4-5EADA4BD2669}"/>
              </a:ext>
            </a:extLst>
          </p:cNvPr>
          <p:cNvSpPr/>
          <p:nvPr/>
        </p:nvSpPr>
        <p:spPr>
          <a:xfrm>
            <a:off x="5645540" y="3676269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3" name="Oval 8">
            <a:extLst>
              <a:ext uri="{FF2B5EF4-FFF2-40B4-BE49-F238E27FC236}">
                <a16:creationId xmlns:a16="http://schemas.microsoft.com/office/drawing/2014/main" id="{2195853E-B123-3FA5-D249-21DD92552360}"/>
              </a:ext>
            </a:extLst>
          </p:cNvPr>
          <p:cNvSpPr/>
          <p:nvPr/>
        </p:nvSpPr>
        <p:spPr>
          <a:xfrm>
            <a:off x="5744113" y="3825728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5591D6-EEE5-9996-C2F4-F74001883FDD}"/>
              </a:ext>
            </a:extLst>
          </p:cNvPr>
          <p:cNvSpPr txBox="1"/>
          <p:nvPr/>
        </p:nvSpPr>
        <p:spPr>
          <a:xfrm>
            <a:off x="5908642" y="3564118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LSAM-002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7210C37-D9DF-B862-5DDF-565DC83C71DC}"/>
              </a:ext>
            </a:extLst>
          </p:cNvPr>
          <p:cNvSpPr/>
          <p:nvPr/>
        </p:nvSpPr>
        <p:spPr>
          <a:xfrm>
            <a:off x="5501968" y="3561469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6E6D09E-8CC1-14D5-D501-09AE24A68038}"/>
              </a:ext>
            </a:extLst>
          </p:cNvPr>
          <p:cNvCxnSpPr>
            <a:cxnSpLocks/>
            <a:stCxn id="69" idx="1"/>
            <a:endCxn id="79" idx="1"/>
          </p:cNvCxnSpPr>
          <p:nvPr/>
        </p:nvCxnSpPr>
        <p:spPr>
          <a:xfrm flipH="1" flipV="1">
            <a:off x="3007700" y="3180097"/>
            <a:ext cx="172934" cy="1852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십자형 78">
            <a:extLst>
              <a:ext uri="{FF2B5EF4-FFF2-40B4-BE49-F238E27FC236}">
                <a16:creationId xmlns:a16="http://schemas.microsoft.com/office/drawing/2014/main" id="{5C4C93AE-AA04-60F1-89F0-BF5670732E77}"/>
              </a:ext>
            </a:extLst>
          </p:cNvPr>
          <p:cNvSpPr/>
          <p:nvPr/>
        </p:nvSpPr>
        <p:spPr>
          <a:xfrm>
            <a:off x="3007700" y="3100714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80E0E4E-40C0-1E6C-FCBA-90BE26E722F6}"/>
              </a:ext>
            </a:extLst>
          </p:cNvPr>
          <p:cNvCxnSpPr>
            <a:cxnSpLocks/>
            <a:stCxn id="9" idx="2"/>
            <a:endCxn id="79" idx="2"/>
          </p:cNvCxnSpPr>
          <p:nvPr/>
        </p:nvCxnSpPr>
        <p:spPr>
          <a:xfrm>
            <a:off x="2915564" y="3013410"/>
            <a:ext cx="173596" cy="246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48E40B8-6483-CBA9-7F63-385601B0A55E}"/>
              </a:ext>
            </a:extLst>
          </p:cNvPr>
          <p:cNvSpPr txBox="1"/>
          <p:nvPr/>
        </p:nvSpPr>
        <p:spPr>
          <a:xfrm>
            <a:off x="6311137" y="867225"/>
            <a:ext cx="30893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종말유도 진입</a:t>
            </a: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A5A4068D-E067-7AFE-94BE-C8AC1619807F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85DCFDD-B906-B3DC-5079-85029C9B6B32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041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E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F6A19-732D-9B58-C6F0-F54651B7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E96F2C44-98B9-F4C2-8F98-10E4523F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5" y="778664"/>
            <a:ext cx="9157909" cy="5839784"/>
          </a:xfrm>
          <a:prstGeom prst="rect">
            <a:avLst/>
          </a:prstGeom>
        </p:spPr>
      </p:pic>
      <p:sp>
        <p:nvSpPr>
          <p:cNvPr id="94" name="타원 93">
            <a:extLst>
              <a:ext uri="{FF2B5EF4-FFF2-40B4-BE49-F238E27FC236}">
                <a16:creationId xmlns:a16="http://schemas.microsoft.com/office/drawing/2014/main" id="{01B72BBB-B1AE-4E5C-1319-3644BFFDCA0E}"/>
              </a:ext>
            </a:extLst>
          </p:cNvPr>
          <p:cNvSpPr/>
          <p:nvPr/>
        </p:nvSpPr>
        <p:spPr>
          <a:xfrm>
            <a:off x="658674" y="1230030"/>
            <a:ext cx="7312836" cy="73128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FBACA8-3AE7-16CC-3959-C4E27402955F}"/>
              </a:ext>
            </a:extLst>
          </p:cNvPr>
          <p:cNvSpPr/>
          <p:nvPr/>
        </p:nvSpPr>
        <p:spPr>
          <a:xfrm>
            <a:off x="5349432" y="2036179"/>
            <a:ext cx="1358095" cy="489994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74B8C4C-50CD-97DE-9649-83F23F9FED7B}"/>
              </a:ext>
            </a:extLst>
          </p:cNvPr>
          <p:cNvSpPr/>
          <p:nvPr/>
        </p:nvSpPr>
        <p:spPr>
          <a:xfrm>
            <a:off x="9524781" y="894105"/>
            <a:ext cx="2460742" cy="5748867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B0F1960-99FA-4DD1-B712-C37F443A7E67}"/>
              </a:ext>
            </a:extLst>
          </p:cNvPr>
          <p:cNvSpPr/>
          <p:nvPr/>
        </p:nvSpPr>
        <p:spPr>
          <a:xfrm>
            <a:off x="9553001" y="5334200"/>
            <a:ext cx="2353033" cy="129318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501C4D7-230D-EEFD-7E6D-47292908DBE2}"/>
              </a:ext>
            </a:extLst>
          </p:cNvPr>
          <p:cNvSpPr/>
          <p:nvPr/>
        </p:nvSpPr>
        <p:spPr>
          <a:xfrm>
            <a:off x="242926" y="4286146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6042F8-96DF-E1AF-87DB-ED80289887EE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EA12E-81CB-2751-CC26-0B010BE9BB91}"/>
              </a:ext>
            </a:extLst>
          </p:cNvPr>
          <p:cNvSpPr txBox="1"/>
          <p:nvPr/>
        </p:nvSpPr>
        <p:spPr>
          <a:xfrm>
            <a:off x="454741" y="227292"/>
            <a:ext cx="5431759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통제 시스템 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박경민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) 타겟1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종말 요격성공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5CEB4-DAC9-656B-2A5E-0E88D761DDDE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EE6EE-0BE5-7717-BEE5-7A12B80CC089}"/>
              </a:ext>
            </a:extLst>
          </p:cNvPr>
          <p:cNvSpPr txBox="1"/>
          <p:nvPr/>
        </p:nvSpPr>
        <p:spPr>
          <a:xfrm>
            <a:off x="9625579" y="5386061"/>
            <a:ext cx="10315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400" b="1" dirty="0">
                <a:solidFill>
                  <a:schemeClr val="bg1"/>
                </a:solidFill>
                <a:latin typeface="Calibri"/>
              </a:rPr>
              <a:t>TARGET001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B0FD3-28FD-EE81-1CD9-E324C3FF3EE3}"/>
              </a:ext>
            </a:extLst>
          </p:cNvPr>
          <p:cNvSpPr txBox="1"/>
          <p:nvPr/>
        </p:nvSpPr>
        <p:spPr>
          <a:xfrm>
            <a:off x="10496120" y="5431171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chemeClr val="bg1"/>
                </a:solidFill>
                <a:latin typeface="Calibri"/>
              </a:rPr>
              <a:t>격추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3308B6-603A-5268-85A2-97F7AB9FBCD6}"/>
              </a:ext>
            </a:extLst>
          </p:cNvPr>
          <p:cNvSpPr txBox="1"/>
          <p:nvPr/>
        </p:nvSpPr>
        <p:spPr>
          <a:xfrm>
            <a:off x="9645567" y="5600393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100" dirty="0">
                <a:solidFill>
                  <a:schemeClr val="bg1"/>
                </a:solidFill>
                <a:latin typeface="Calibri"/>
              </a:rPr>
              <a:t>ID      cSAM-003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110AD9-8624-FFA0-8AB2-E94A11361C48}"/>
              </a:ext>
            </a:extLst>
          </p:cNvPr>
          <p:cNvSpPr/>
          <p:nvPr/>
        </p:nvSpPr>
        <p:spPr>
          <a:xfrm>
            <a:off x="375241" y="4408671"/>
            <a:ext cx="164592" cy="16459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1CC030-5E4B-8E4C-5C11-9CD02A963D13}"/>
              </a:ext>
            </a:extLst>
          </p:cNvPr>
          <p:cNvSpPr txBox="1"/>
          <p:nvPr/>
        </p:nvSpPr>
        <p:spPr>
          <a:xfrm>
            <a:off x="539833" y="4337078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50"/>
                </a:solidFill>
                <a:latin typeface="Calibri"/>
              </a:rPr>
              <a:t>Isam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C71286-7B0D-EEFA-94AC-148110076D79}"/>
              </a:ext>
            </a:extLst>
          </p:cNvPr>
          <p:cNvSpPr txBox="1"/>
          <p:nvPr/>
        </p:nvSpPr>
        <p:spPr>
          <a:xfrm>
            <a:off x="303190" y="4652108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 err="1">
                <a:solidFill>
                  <a:srgbClr val="00B050"/>
                </a:solidFill>
                <a:latin typeface="Calibri"/>
                <a:ea typeface="맑은 고딕"/>
                <a:cs typeface="Calibri"/>
              </a:rPr>
              <a:t>유도중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A93C-908F-8B25-ADE8-07EC5190AA75}"/>
              </a:ext>
            </a:extLst>
          </p:cNvPr>
          <p:cNvSpPr txBox="1"/>
          <p:nvPr/>
        </p:nvSpPr>
        <p:spPr>
          <a:xfrm>
            <a:off x="323405" y="4837234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00" dirty="0">
                <a:solidFill>
                  <a:srgbClr val="AAC8DC"/>
                </a:solidFill>
                <a:latin typeface="Calibri"/>
              </a:rPr>
              <a:t>ISAM-00</a:t>
            </a:r>
            <a:r>
              <a:rPr lang="en-US" sz="1200" dirty="0">
                <a:solidFill>
                  <a:srgbClr val="AAC8DC"/>
                </a:solidFill>
                <a:latin typeface="Calibri"/>
              </a:rPr>
              <a:t>2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CCB2BA-7BFA-1B61-5933-354F2ABD98FD}"/>
              </a:ext>
            </a:extLst>
          </p:cNvPr>
          <p:cNvSpPr txBox="1"/>
          <p:nvPr/>
        </p:nvSpPr>
        <p:spPr>
          <a:xfrm>
            <a:off x="352708" y="5420159"/>
            <a:ext cx="11112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종말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유도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A740E94-A1B6-316B-6C9E-40CC2B2D36B3}"/>
              </a:ext>
            </a:extLst>
          </p:cNvPr>
          <p:cNvSpPr/>
          <p:nvPr/>
        </p:nvSpPr>
        <p:spPr>
          <a:xfrm>
            <a:off x="285966" y="6174715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EF81B7-D839-C7CC-045E-2EA2FBA79039}"/>
              </a:ext>
            </a:extLst>
          </p:cNvPr>
          <p:cNvSpPr txBox="1"/>
          <p:nvPr/>
        </p:nvSpPr>
        <p:spPr>
          <a:xfrm>
            <a:off x="504014" y="6210485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E206D3-7A9C-BFD0-9F29-DED36DF753D3}"/>
              </a:ext>
            </a:extLst>
          </p:cNvPr>
          <p:cNvSpPr/>
          <p:nvPr/>
        </p:nvSpPr>
        <p:spPr>
          <a:xfrm>
            <a:off x="1369590" y="6168583"/>
            <a:ext cx="1005840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0EAA0F-87F2-8680-8A50-55B30C8BCE3B}"/>
              </a:ext>
            </a:extLst>
          </p:cNvPr>
          <p:cNvSpPr txBox="1"/>
          <p:nvPr/>
        </p:nvSpPr>
        <p:spPr>
          <a:xfrm>
            <a:off x="1593827" y="6196661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A429EA90-CF97-5CA4-0268-CE20BBE61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402" y="4425252"/>
            <a:ext cx="1114028" cy="810783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D339AB9-656E-45CF-AB57-73FEB14A2151}"/>
              </a:ext>
            </a:extLst>
          </p:cNvPr>
          <p:cNvSpPr/>
          <p:nvPr/>
        </p:nvSpPr>
        <p:spPr>
          <a:xfrm>
            <a:off x="4868025" y="4293253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36">
            <a:extLst>
              <a:ext uri="{FF2B5EF4-FFF2-40B4-BE49-F238E27FC236}">
                <a16:creationId xmlns:a16="http://schemas.microsoft.com/office/drawing/2014/main" id="{F0CF1A08-32DF-20B6-7F03-19FCBB2077AD}"/>
              </a:ext>
            </a:extLst>
          </p:cNvPr>
          <p:cNvSpPr/>
          <p:nvPr/>
        </p:nvSpPr>
        <p:spPr>
          <a:xfrm>
            <a:off x="5000340" y="4415778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42B998-FC16-69D8-1D2C-B07811A0D7FA}"/>
              </a:ext>
            </a:extLst>
          </p:cNvPr>
          <p:cNvSpPr txBox="1"/>
          <p:nvPr/>
        </p:nvSpPr>
        <p:spPr>
          <a:xfrm>
            <a:off x="5164932" y="4344185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  <a:endParaRPr lang="en-US" sz="14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96FB46C-DCC6-9A92-1644-0775AAEE49A4}"/>
              </a:ext>
            </a:extLst>
          </p:cNvPr>
          <p:cNvSpPr txBox="1"/>
          <p:nvPr/>
        </p:nvSpPr>
        <p:spPr>
          <a:xfrm>
            <a:off x="4928289" y="4659215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</a:rPr>
              <a:t>대기</a:t>
            </a:r>
            <a:endParaRPr lang="ko-KR" altLang="en-US" sz="1200" dirty="0">
              <a:solidFill>
                <a:srgbClr val="00B0F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44BC27C-31C8-03F4-73CA-008A4A3DD3B9}"/>
              </a:ext>
            </a:extLst>
          </p:cNvPr>
          <p:cNvSpPr txBox="1"/>
          <p:nvPr/>
        </p:nvSpPr>
        <p:spPr>
          <a:xfrm>
            <a:off x="4948504" y="4844341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ISAM-004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08" name="Rounded Rectangle 42">
            <a:extLst>
              <a:ext uri="{FF2B5EF4-FFF2-40B4-BE49-F238E27FC236}">
                <a16:creationId xmlns:a16="http://schemas.microsoft.com/office/drawing/2014/main" id="{1038D5E0-5C42-C509-F5B0-8913172168FE}"/>
              </a:ext>
            </a:extLst>
          </p:cNvPr>
          <p:cNvSpPr/>
          <p:nvPr/>
        </p:nvSpPr>
        <p:spPr>
          <a:xfrm>
            <a:off x="4911065" y="6181822"/>
            <a:ext cx="1005840" cy="320040"/>
          </a:xfrm>
          <a:prstGeom prst="roundRect">
            <a:avLst/>
          </a:prstGeom>
          <a:solidFill>
            <a:srgbClr val="A6A6A6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211391-CBA4-6609-16B9-A9E2D27916A8}"/>
              </a:ext>
            </a:extLst>
          </p:cNvPr>
          <p:cNvSpPr txBox="1"/>
          <p:nvPr/>
        </p:nvSpPr>
        <p:spPr>
          <a:xfrm>
            <a:off x="5129113" y="6217592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110" name="Rounded Rectangle 44">
            <a:extLst>
              <a:ext uri="{FF2B5EF4-FFF2-40B4-BE49-F238E27FC236}">
                <a16:creationId xmlns:a16="http://schemas.microsoft.com/office/drawing/2014/main" id="{3B5AD8E1-D7E9-F872-4375-51F3C1401AF1}"/>
              </a:ext>
            </a:extLst>
          </p:cNvPr>
          <p:cNvSpPr/>
          <p:nvPr/>
        </p:nvSpPr>
        <p:spPr>
          <a:xfrm>
            <a:off x="5994689" y="6175690"/>
            <a:ext cx="1005840" cy="32004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475D2FF-DAA5-05DD-84BA-8F027AE5D1E0}"/>
              </a:ext>
            </a:extLst>
          </p:cNvPr>
          <p:cNvSpPr txBox="1"/>
          <p:nvPr/>
        </p:nvSpPr>
        <p:spPr>
          <a:xfrm>
            <a:off x="6218926" y="6203768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C390C683-E2E8-3116-EAD9-05E4CD43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501" y="4432359"/>
            <a:ext cx="1114028" cy="810783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FD3A26C-DA7A-D0C8-7DCC-38A123A756DE}"/>
              </a:ext>
            </a:extLst>
          </p:cNvPr>
          <p:cNvSpPr/>
          <p:nvPr/>
        </p:nvSpPr>
        <p:spPr>
          <a:xfrm>
            <a:off x="7180068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Oval 36">
            <a:extLst>
              <a:ext uri="{FF2B5EF4-FFF2-40B4-BE49-F238E27FC236}">
                <a16:creationId xmlns:a16="http://schemas.microsoft.com/office/drawing/2014/main" id="{874DBEA3-355B-F562-82A5-BBF010853C09}"/>
              </a:ext>
            </a:extLst>
          </p:cNvPr>
          <p:cNvSpPr/>
          <p:nvPr/>
        </p:nvSpPr>
        <p:spPr>
          <a:xfrm>
            <a:off x="7312383" y="4418316"/>
            <a:ext cx="164592" cy="16459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E35600-6391-62AA-33F5-163383FBC8AF}"/>
              </a:ext>
            </a:extLst>
          </p:cNvPr>
          <p:cNvSpPr txBox="1"/>
          <p:nvPr/>
        </p:nvSpPr>
        <p:spPr>
          <a:xfrm>
            <a:off x="7476975" y="4346723"/>
            <a:ext cx="53572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lsam</a:t>
            </a:r>
            <a:endParaRPr lang="en-US" sz="14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6631B9-0331-9126-ADA7-EE2CEBB43458}"/>
              </a:ext>
            </a:extLst>
          </p:cNvPr>
          <p:cNvSpPr txBox="1"/>
          <p:nvPr/>
        </p:nvSpPr>
        <p:spPr>
          <a:xfrm>
            <a:off x="7240332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FF0000"/>
                </a:solidFill>
                <a:latin typeface="Calibri"/>
                <a:ea typeface="맑은 고딕"/>
                <a:cs typeface="Calibri"/>
              </a:rPr>
              <a:t>기폭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86B2E35-4596-DE3A-B03B-FA82E3BD102E}"/>
              </a:ext>
            </a:extLst>
          </p:cNvPr>
          <p:cNvSpPr txBox="1"/>
          <p:nvPr/>
        </p:nvSpPr>
        <p:spPr>
          <a:xfrm>
            <a:off x="7260547" y="4846879"/>
            <a:ext cx="7958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200" dirty="0">
                <a:solidFill>
                  <a:srgbClr val="AAC8DC"/>
                </a:solidFill>
                <a:latin typeface="Calibri"/>
              </a:rPr>
              <a:t>ISAM-001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CD486814-DA7E-6A9A-AC38-2008DBEFC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544" y="4434897"/>
            <a:ext cx="1114028" cy="810783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FF6FEE00-38F3-2804-13D6-CBD91063D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2906" y="5397156"/>
            <a:ext cx="929940" cy="11559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D90ADB-5FF3-BFE6-7DAB-8324F44BC5D3}"/>
              </a:ext>
            </a:extLst>
          </p:cNvPr>
          <p:cNvSpPr/>
          <p:nvPr/>
        </p:nvSpPr>
        <p:spPr>
          <a:xfrm>
            <a:off x="9549219" y="927910"/>
            <a:ext cx="2353033" cy="1293183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09469-E37E-3A37-7CB4-A873ADD972DD}"/>
              </a:ext>
            </a:extLst>
          </p:cNvPr>
          <p:cNvSpPr txBox="1"/>
          <p:nvPr/>
        </p:nvSpPr>
        <p:spPr>
          <a:xfrm>
            <a:off x="9621797" y="979771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TARGET002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FAD7D-92DD-57E8-8C86-F33B6EFAEFBE}"/>
              </a:ext>
            </a:extLst>
          </p:cNvPr>
          <p:cNvSpPr txBox="1"/>
          <p:nvPr/>
        </p:nvSpPr>
        <p:spPr>
          <a:xfrm>
            <a:off x="10492338" y="1024881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A5ADB-1CC7-538A-4289-729C6B045239}"/>
              </a:ext>
            </a:extLst>
          </p:cNvPr>
          <p:cNvSpPr txBox="1"/>
          <p:nvPr/>
        </p:nvSpPr>
        <p:spPr>
          <a:xfrm>
            <a:off x="9641785" y="1194103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0000"/>
                </a:solidFill>
                <a:latin typeface="Calibri"/>
              </a:rPr>
              <a:t>ID      cSAM-003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4892A-6DB4-F06E-9720-29CF7BCC9B82}"/>
              </a:ext>
            </a:extLst>
          </p:cNvPr>
          <p:cNvSpPr txBox="1"/>
          <p:nvPr/>
        </p:nvSpPr>
        <p:spPr>
          <a:xfrm>
            <a:off x="9633998" y="1419587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7F5324-B46D-90F6-DB6D-DB00AE237631}"/>
              </a:ext>
            </a:extLst>
          </p:cNvPr>
          <p:cNvSpPr txBox="1"/>
          <p:nvPr/>
        </p:nvSpPr>
        <p:spPr>
          <a:xfrm>
            <a:off x="9633998" y="1646871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0000"/>
                </a:solidFill>
                <a:latin typeface="Calibri"/>
              </a:rPr>
              <a:t>1111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BFA3CD-5C9B-9D3F-E74A-E70D0AAF9230}"/>
              </a:ext>
            </a:extLst>
          </p:cNvPr>
          <p:cNvSpPr txBox="1"/>
          <p:nvPr/>
        </p:nvSpPr>
        <p:spPr>
          <a:xfrm>
            <a:off x="9632821" y="1888620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: 140 km/s</a:t>
            </a:r>
            <a:endParaRPr sz="1100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0C8186-43B9-6FC2-1315-4A4BE2FDA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124" y="990866"/>
            <a:ext cx="929940" cy="1155968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A05794-E296-2BF3-9D7E-BB07B71FAD2B}"/>
              </a:ext>
            </a:extLst>
          </p:cNvPr>
          <p:cNvSpPr/>
          <p:nvPr/>
        </p:nvSpPr>
        <p:spPr>
          <a:xfrm>
            <a:off x="9543623" y="2348192"/>
            <a:ext cx="2353033" cy="129318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0990E9-4561-7302-8A28-6202432475AE}"/>
              </a:ext>
            </a:extLst>
          </p:cNvPr>
          <p:cNvSpPr txBox="1"/>
          <p:nvPr/>
        </p:nvSpPr>
        <p:spPr>
          <a:xfrm>
            <a:off x="9616201" y="2400053"/>
            <a:ext cx="10315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FF0000"/>
                </a:solidFill>
                <a:latin typeface="Calibri"/>
              </a:rPr>
              <a:t>TARGET003</a:t>
            </a:r>
            <a:endParaRPr sz="1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CEF335-A758-F88D-03BD-8A4318BB4F7D}"/>
              </a:ext>
            </a:extLst>
          </p:cNvPr>
          <p:cNvSpPr txBox="1"/>
          <p:nvPr/>
        </p:nvSpPr>
        <p:spPr>
          <a:xfrm>
            <a:off x="10486742" y="2445163"/>
            <a:ext cx="4667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C00000"/>
                </a:solidFill>
                <a:latin typeface="Calibri"/>
              </a:rPr>
              <a:t>이동</a:t>
            </a:r>
            <a:endParaRPr sz="11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4E283E-03AD-EFFF-6CC3-A3660997EE35}"/>
              </a:ext>
            </a:extLst>
          </p:cNvPr>
          <p:cNvSpPr txBox="1"/>
          <p:nvPr/>
        </p:nvSpPr>
        <p:spPr>
          <a:xfrm>
            <a:off x="9636189" y="2614385"/>
            <a:ext cx="10839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>
                <a:solidFill>
                  <a:srgbClr val="FF0000"/>
                </a:solidFill>
                <a:latin typeface="Calibri"/>
              </a:rPr>
              <a:t>ID      cSAM-003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3AE7C2-78DD-A9A5-EF27-320B11E99A59}"/>
              </a:ext>
            </a:extLst>
          </p:cNvPr>
          <p:cNvSpPr txBox="1"/>
          <p:nvPr/>
        </p:nvSpPr>
        <p:spPr>
          <a:xfrm>
            <a:off x="9628402" y="2839869"/>
            <a:ext cx="1019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거리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800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79F04A-EB61-B739-BAEA-6A2BA800204D}"/>
              </a:ext>
            </a:extLst>
          </p:cNvPr>
          <p:cNvSpPr txBox="1"/>
          <p:nvPr/>
        </p:nvSpPr>
        <p:spPr>
          <a:xfrm>
            <a:off x="9628402" y="3067153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100" dirty="0" err="1">
                <a:solidFill>
                  <a:srgbClr val="FF0000"/>
                </a:solidFill>
                <a:latin typeface="Calibri"/>
              </a:rPr>
              <a:t>방위</a:t>
            </a:r>
            <a:r>
              <a:rPr sz="1100" dirty="0">
                <a:solidFill>
                  <a:srgbClr val="FF0000"/>
                </a:solidFill>
                <a:latin typeface="Calibri"/>
              </a:rPr>
              <a:t>    125</a:t>
            </a:r>
            <a:r>
              <a:rPr lang="en-US" sz="1100" dirty="0">
                <a:solidFill>
                  <a:srgbClr val="FF0000"/>
                </a:solidFill>
                <a:latin typeface="Calibri"/>
              </a:rPr>
              <a:t> , </a:t>
            </a:r>
            <a:r>
              <a:rPr sz="1100" dirty="0">
                <a:solidFill>
                  <a:srgbClr val="FF0000"/>
                </a:solidFill>
                <a:latin typeface="Calibri"/>
              </a:rPr>
              <a:t>1111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98824-EAFD-B020-8BDA-A6E7579283D3}"/>
              </a:ext>
            </a:extLst>
          </p:cNvPr>
          <p:cNvSpPr txBox="1"/>
          <p:nvPr/>
        </p:nvSpPr>
        <p:spPr>
          <a:xfrm>
            <a:off x="9627225" y="3308902"/>
            <a:ext cx="11031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rgbClr val="FF0000"/>
                </a:solidFill>
                <a:latin typeface="Calibri"/>
              </a:rPr>
              <a:t>속력 </a:t>
            </a:r>
            <a:r>
              <a:rPr lang="en-US" altLang="ko-KR" sz="1100" dirty="0">
                <a:solidFill>
                  <a:srgbClr val="FF0000"/>
                </a:solidFill>
                <a:latin typeface="Calibri"/>
              </a:rPr>
              <a:t>: 140 km/s</a:t>
            </a:r>
            <a:endParaRPr sz="1100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FDFB2BF-BF6A-8C4B-F7A7-B09ACEA4A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3528" y="2411148"/>
            <a:ext cx="929940" cy="1155968"/>
          </a:xfrm>
          <a:prstGeom prst="rect">
            <a:avLst/>
          </a:prstGeom>
        </p:spPr>
      </p:pic>
      <p:sp>
        <p:nvSpPr>
          <p:cNvPr id="55" name="Isosceles Triangle 7">
            <a:extLst>
              <a:ext uri="{FF2B5EF4-FFF2-40B4-BE49-F238E27FC236}">
                <a16:creationId xmlns:a16="http://schemas.microsoft.com/office/drawing/2014/main" id="{93040930-B4B6-A8A8-8427-796F459EF4B2}"/>
              </a:ext>
            </a:extLst>
          </p:cNvPr>
          <p:cNvSpPr/>
          <p:nvPr/>
        </p:nvSpPr>
        <p:spPr>
          <a:xfrm>
            <a:off x="3496371" y="1552953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Oval 8">
            <a:extLst>
              <a:ext uri="{FF2B5EF4-FFF2-40B4-BE49-F238E27FC236}">
                <a16:creationId xmlns:a16="http://schemas.microsoft.com/office/drawing/2014/main" id="{02E7F226-E044-5F6D-AE4D-819CCCF0E3C8}"/>
              </a:ext>
            </a:extLst>
          </p:cNvPr>
          <p:cNvSpPr/>
          <p:nvPr/>
        </p:nvSpPr>
        <p:spPr>
          <a:xfrm>
            <a:off x="3594944" y="1702412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5A2EC7-A252-2EF8-EF9E-944A6C57D0FB}"/>
              </a:ext>
            </a:extLst>
          </p:cNvPr>
          <p:cNvSpPr txBox="1"/>
          <p:nvPr/>
        </p:nvSpPr>
        <p:spPr>
          <a:xfrm>
            <a:off x="3759473" y="1440802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TARGET002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8" name="Isosceles Triangle 7">
            <a:extLst>
              <a:ext uri="{FF2B5EF4-FFF2-40B4-BE49-F238E27FC236}">
                <a16:creationId xmlns:a16="http://schemas.microsoft.com/office/drawing/2014/main" id="{AF7590BE-7BF5-5B0E-09B6-04264B39E19A}"/>
              </a:ext>
            </a:extLst>
          </p:cNvPr>
          <p:cNvSpPr/>
          <p:nvPr/>
        </p:nvSpPr>
        <p:spPr>
          <a:xfrm>
            <a:off x="5481011" y="2137245"/>
            <a:ext cx="274320" cy="274320"/>
          </a:xfrm>
          <a:prstGeom prst="triangl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Oval 8">
            <a:extLst>
              <a:ext uri="{FF2B5EF4-FFF2-40B4-BE49-F238E27FC236}">
                <a16:creationId xmlns:a16="http://schemas.microsoft.com/office/drawing/2014/main" id="{31456B24-2E92-DDD6-7BAE-229F0574E4C6}"/>
              </a:ext>
            </a:extLst>
          </p:cNvPr>
          <p:cNvSpPr/>
          <p:nvPr/>
        </p:nvSpPr>
        <p:spPr>
          <a:xfrm>
            <a:off x="5579584" y="2286704"/>
            <a:ext cx="93268" cy="93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F3ED3A-D6C8-E745-FD25-E8FC18883E5B}"/>
              </a:ext>
            </a:extLst>
          </p:cNvPr>
          <p:cNvSpPr txBox="1"/>
          <p:nvPr/>
        </p:nvSpPr>
        <p:spPr>
          <a:xfrm>
            <a:off x="5744113" y="2025094"/>
            <a:ext cx="903774" cy="530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FF0000"/>
                </a:solidFill>
                <a:latin typeface="Calibri"/>
              </a:rPr>
              <a:t>TARGET003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FF000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FF0000"/>
                </a:solidFill>
                <a:latin typeface="Calibri"/>
              </a:rPr>
              <a:t> : 140/kms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56D38B5-2A0B-5ACC-3904-77D648B7A86E}"/>
              </a:ext>
            </a:extLst>
          </p:cNvPr>
          <p:cNvSpPr txBox="1"/>
          <p:nvPr/>
        </p:nvSpPr>
        <p:spPr>
          <a:xfrm>
            <a:off x="4933957" y="5346297"/>
            <a:ext cx="107159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en-US" altLang="ko-KR" sz="1000" dirty="0" err="1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 err="1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43B0CF4-333A-3735-FF2B-F7A87314954B}"/>
              </a:ext>
            </a:extLst>
          </p:cNvPr>
          <p:cNvSpPr txBox="1"/>
          <p:nvPr/>
        </p:nvSpPr>
        <p:spPr>
          <a:xfrm>
            <a:off x="7274505" y="5371503"/>
            <a:ext cx="1178679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TARGET001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기폭</a:t>
            </a:r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</a:endParaRPr>
          </a:p>
          <a:p>
            <a:pPr defTabSz="457200"/>
            <a:endParaRPr lang="en-US" altLang="ko-KR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  <a:cs typeface="Calibri"/>
              </a:rPr>
              <a:t>요격성공</a:t>
            </a:r>
          </a:p>
          <a:p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7DCBFB-BF28-BB1D-4C4C-F343F7AF9C32}"/>
              </a:ext>
            </a:extLst>
          </p:cNvPr>
          <p:cNvSpPr/>
          <p:nvPr/>
        </p:nvSpPr>
        <p:spPr>
          <a:xfrm>
            <a:off x="242926" y="3996778"/>
            <a:ext cx="266921" cy="256631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085069F5-2AC9-B77D-807E-CAFC41B9D2C9}"/>
              </a:ext>
            </a:extLst>
          </p:cNvPr>
          <p:cNvSpPr/>
          <p:nvPr/>
        </p:nvSpPr>
        <p:spPr>
          <a:xfrm rot="5400000">
            <a:off x="274927" y="4006835"/>
            <a:ext cx="243493" cy="235698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0969E9-8C49-A57B-3ADF-68F27A4C4582}"/>
              </a:ext>
            </a:extLst>
          </p:cNvPr>
          <p:cNvSpPr/>
          <p:nvPr/>
        </p:nvSpPr>
        <p:spPr>
          <a:xfrm>
            <a:off x="3352799" y="1438153"/>
            <a:ext cx="1358095" cy="489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F214E-238B-CFCB-2472-570612A80164}"/>
              </a:ext>
            </a:extLst>
          </p:cNvPr>
          <p:cNvSpPr txBox="1"/>
          <p:nvPr/>
        </p:nvSpPr>
        <p:spPr>
          <a:xfrm>
            <a:off x="1365069" y="5246661"/>
            <a:ext cx="121189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위도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38.111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경도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136.88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고도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15 km</a:t>
            </a: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</a:rPr>
              <a:t>속력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</a:rPr>
              <a:t>: 1000 m/s</a:t>
            </a:r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711C9C-3C61-159D-E2E4-0809FAF1D041}"/>
              </a:ext>
            </a:extLst>
          </p:cNvPr>
          <p:cNvSpPr/>
          <p:nvPr/>
        </p:nvSpPr>
        <p:spPr>
          <a:xfrm>
            <a:off x="2538571" y="4295791"/>
            <a:ext cx="2224971" cy="234971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36">
            <a:extLst>
              <a:ext uri="{FF2B5EF4-FFF2-40B4-BE49-F238E27FC236}">
                <a16:creationId xmlns:a16="http://schemas.microsoft.com/office/drawing/2014/main" id="{317A58B2-D9F4-6F8E-1A88-39ECF33FED6A}"/>
              </a:ext>
            </a:extLst>
          </p:cNvPr>
          <p:cNvSpPr/>
          <p:nvPr/>
        </p:nvSpPr>
        <p:spPr>
          <a:xfrm>
            <a:off x="2670886" y="4418316"/>
            <a:ext cx="164592" cy="164592"/>
          </a:xfrm>
          <a:prstGeom prst="ellipse">
            <a:avLst/>
          </a:prstGeom>
          <a:solidFill>
            <a:srgbClr val="00B0F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88C72-5F67-C139-CCBD-D888C090729B}"/>
              </a:ext>
            </a:extLst>
          </p:cNvPr>
          <p:cNvSpPr txBox="1"/>
          <p:nvPr/>
        </p:nvSpPr>
        <p:spPr>
          <a:xfrm>
            <a:off x="2835478" y="4346723"/>
            <a:ext cx="53893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B0F0"/>
                </a:solidFill>
                <a:latin typeface="Calibri"/>
              </a:rPr>
              <a:t>Isam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E5BC6-139D-AE45-B932-DED952A9CE2A}"/>
              </a:ext>
            </a:extLst>
          </p:cNvPr>
          <p:cNvSpPr txBox="1"/>
          <p:nvPr/>
        </p:nvSpPr>
        <p:spPr>
          <a:xfrm>
            <a:off x="2598835" y="4661753"/>
            <a:ext cx="49244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200" dirty="0">
                <a:solidFill>
                  <a:srgbClr val="00B0F0"/>
                </a:solidFill>
                <a:latin typeface="Calibri"/>
                <a:ea typeface="맑은 고딕"/>
                <a:cs typeface="Calibri"/>
              </a:rPr>
              <a:t>대기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4FAAC-E731-63FE-49DE-99328FE0B5D1}"/>
              </a:ext>
            </a:extLst>
          </p:cNvPr>
          <p:cNvSpPr txBox="1"/>
          <p:nvPr/>
        </p:nvSpPr>
        <p:spPr>
          <a:xfrm>
            <a:off x="2619050" y="4846879"/>
            <a:ext cx="795859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af-ZA" sz="1200" dirty="0">
                <a:solidFill>
                  <a:srgbClr val="AAC8DC"/>
                </a:solidFill>
                <a:latin typeface="Calibri"/>
              </a:rPr>
              <a:t>ISAM-003</a:t>
            </a:r>
            <a:endParaRPr sz="1200" dirty="0">
              <a:solidFill>
                <a:srgbClr val="AAC8DC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AD18D-E302-BECD-F75D-F5DFD1DAC109}"/>
              </a:ext>
            </a:extLst>
          </p:cNvPr>
          <p:cNvSpPr txBox="1"/>
          <p:nvPr/>
        </p:nvSpPr>
        <p:spPr>
          <a:xfrm>
            <a:off x="2648353" y="5429804"/>
            <a:ext cx="760144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표적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endParaRPr lang="en-US" altLang="ko-KR" sz="1000" dirty="0">
              <a:solidFill>
                <a:srgbClr val="78A0BE"/>
              </a:solidFill>
              <a:latin typeface="Calibri"/>
            </a:endParaRPr>
          </a:p>
          <a:p>
            <a:pPr defTabSz="457200"/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상태</a:t>
            </a:r>
            <a:r>
              <a:rPr lang="en-US" altLang="ko-KR" sz="1000" dirty="0">
                <a:solidFill>
                  <a:srgbClr val="78A0BE"/>
                </a:solidFill>
                <a:latin typeface="Calibri"/>
                <a:ea typeface="맑은 고딕"/>
              </a:rPr>
              <a:t>: </a:t>
            </a:r>
            <a:r>
              <a:rPr lang="ko-KR" altLang="en-US" sz="1000" dirty="0">
                <a:solidFill>
                  <a:srgbClr val="78A0BE"/>
                </a:solidFill>
                <a:latin typeface="Calibri"/>
                <a:ea typeface="맑은 고딕"/>
              </a:rPr>
              <a:t>대기</a:t>
            </a:r>
            <a:endParaRPr lang="ko-KR" altLang="en-US" sz="1000" dirty="0">
              <a:solidFill>
                <a:srgbClr val="78A0BE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5" name="Rounded Rectangle 42">
            <a:extLst>
              <a:ext uri="{FF2B5EF4-FFF2-40B4-BE49-F238E27FC236}">
                <a16:creationId xmlns:a16="http://schemas.microsoft.com/office/drawing/2014/main" id="{D6F9B141-A860-F179-C424-3E2801047AF0}"/>
              </a:ext>
            </a:extLst>
          </p:cNvPr>
          <p:cNvSpPr/>
          <p:nvPr/>
        </p:nvSpPr>
        <p:spPr>
          <a:xfrm>
            <a:off x="2581611" y="6184361"/>
            <a:ext cx="1005840" cy="320040"/>
          </a:xfrm>
          <a:prstGeom prst="roundRect">
            <a:avLst/>
          </a:prstGeom>
          <a:solidFill>
            <a:srgbClr val="A5A5A5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5DA431-9F59-3932-E16C-442F7E6ABAED}"/>
              </a:ext>
            </a:extLst>
          </p:cNvPr>
          <p:cNvSpPr txBox="1"/>
          <p:nvPr/>
        </p:nvSpPr>
        <p:spPr>
          <a:xfrm>
            <a:off x="2799659" y="622013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 err="1">
                <a:solidFill>
                  <a:srgbClr val="E6F0FF"/>
                </a:solidFill>
                <a:latin typeface="Calibri"/>
              </a:rPr>
              <a:t>발사</a:t>
            </a:r>
            <a:endParaRPr sz="1400" b="1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4" name="Rounded Rectangle 44">
            <a:extLst>
              <a:ext uri="{FF2B5EF4-FFF2-40B4-BE49-F238E27FC236}">
                <a16:creationId xmlns:a16="http://schemas.microsoft.com/office/drawing/2014/main" id="{87CBA31B-57BD-5B8F-2F7E-8D470402E1C9}"/>
              </a:ext>
            </a:extLst>
          </p:cNvPr>
          <p:cNvSpPr/>
          <p:nvPr/>
        </p:nvSpPr>
        <p:spPr>
          <a:xfrm>
            <a:off x="3665235" y="6178228"/>
            <a:ext cx="1005840" cy="320040"/>
          </a:xfrm>
          <a:prstGeom prst="roundRect">
            <a:avLst/>
          </a:prstGeom>
          <a:solidFill>
            <a:srgbClr val="A6A6A6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chemeClr val="bg1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D483C9-851B-B7FF-0C5E-A36ED92E87E7}"/>
              </a:ext>
            </a:extLst>
          </p:cNvPr>
          <p:cNvSpPr txBox="1"/>
          <p:nvPr/>
        </p:nvSpPr>
        <p:spPr>
          <a:xfrm>
            <a:off x="3889472" y="6206306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자폭</a:t>
            </a:r>
            <a:endParaRPr sz="1400" b="1">
              <a:solidFill>
                <a:srgbClr val="FFDCE6"/>
              </a:solidFill>
              <a:latin typeface="Calibri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485CCA7-940B-8449-91C3-FC96D71A0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47" y="4434897"/>
            <a:ext cx="1114028" cy="810783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7BD17962-6C49-5B5B-FBB6-2A1775541F9A}"/>
              </a:ext>
            </a:extLst>
          </p:cNvPr>
          <p:cNvSpPr/>
          <p:nvPr/>
        </p:nvSpPr>
        <p:spPr>
          <a:xfrm>
            <a:off x="8422299" y="3956265"/>
            <a:ext cx="987691" cy="347349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D1CC77-0DB0-FA4F-9A92-803E40C73E96}"/>
              </a:ext>
            </a:extLst>
          </p:cNvPr>
          <p:cNvSpPr txBox="1"/>
          <p:nvPr/>
        </p:nvSpPr>
        <p:spPr>
          <a:xfrm>
            <a:off x="8464896" y="4020352"/>
            <a:ext cx="987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발사준비</a:t>
            </a:r>
            <a:r>
              <a:rPr lang="en-US" altLang="ko-KR" sz="1000" dirty="0">
                <a:solidFill>
                  <a:srgbClr val="00B050"/>
                </a:solidFill>
              </a:rPr>
              <a:t>:</a:t>
            </a:r>
            <a:r>
              <a:rPr lang="ko-KR" altLang="en-US" sz="1000" dirty="0">
                <a:solidFill>
                  <a:srgbClr val="00B050"/>
                </a:solidFill>
              </a:rPr>
              <a:t>완료</a:t>
            </a:r>
          </a:p>
        </p:txBody>
      </p:sp>
      <p:sp>
        <p:nvSpPr>
          <p:cNvPr id="72" name="Isosceles Triangle 7">
            <a:extLst>
              <a:ext uri="{FF2B5EF4-FFF2-40B4-BE49-F238E27FC236}">
                <a16:creationId xmlns:a16="http://schemas.microsoft.com/office/drawing/2014/main" id="{A53476F5-7089-C257-2DD4-5EADA4BD2669}"/>
              </a:ext>
            </a:extLst>
          </p:cNvPr>
          <p:cNvSpPr/>
          <p:nvPr/>
        </p:nvSpPr>
        <p:spPr>
          <a:xfrm>
            <a:off x="5645540" y="3676269"/>
            <a:ext cx="274320" cy="274320"/>
          </a:xfrm>
          <a:prstGeom prst="triangle">
            <a:avLst/>
          </a:prstGeom>
          <a:solidFill>
            <a:srgbClr val="92D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3" name="Oval 8">
            <a:extLst>
              <a:ext uri="{FF2B5EF4-FFF2-40B4-BE49-F238E27FC236}">
                <a16:creationId xmlns:a16="http://schemas.microsoft.com/office/drawing/2014/main" id="{2195853E-B123-3FA5-D249-21DD92552360}"/>
              </a:ext>
            </a:extLst>
          </p:cNvPr>
          <p:cNvSpPr/>
          <p:nvPr/>
        </p:nvSpPr>
        <p:spPr>
          <a:xfrm>
            <a:off x="5744113" y="3825728"/>
            <a:ext cx="93268" cy="9326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5591D6-EEE5-9996-C2F4-F74001883FDD}"/>
              </a:ext>
            </a:extLst>
          </p:cNvPr>
          <p:cNvSpPr txBox="1"/>
          <p:nvPr/>
        </p:nvSpPr>
        <p:spPr>
          <a:xfrm>
            <a:off x="5908642" y="3564118"/>
            <a:ext cx="903774" cy="5309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1050" dirty="0">
                <a:solidFill>
                  <a:srgbClr val="00B050"/>
                </a:solidFill>
                <a:latin typeface="Calibri"/>
              </a:rPr>
              <a:t>LSAM-002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고도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1.3</a:t>
            </a:r>
          </a:p>
          <a:p>
            <a:pPr defTabSz="457200"/>
            <a:r>
              <a:rPr lang="ko-KR" altLang="en-US" sz="900" dirty="0">
                <a:solidFill>
                  <a:srgbClr val="00B050"/>
                </a:solidFill>
                <a:latin typeface="Calibri"/>
              </a:rPr>
              <a:t>속도</a:t>
            </a:r>
            <a:r>
              <a:rPr lang="en-US" altLang="ko-KR" sz="900" dirty="0">
                <a:solidFill>
                  <a:srgbClr val="00B050"/>
                </a:solidFill>
                <a:latin typeface="Calibri"/>
              </a:rPr>
              <a:t> : 140/kms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7210C37-D9DF-B862-5DDF-565DC83C71DC}"/>
              </a:ext>
            </a:extLst>
          </p:cNvPr>
          <p:cNvSpPr/>
          <p:nvPr/>
        </p:nvSpPr>
        <p:spPr>
          <a:xfrm>
            <a:off x="5501968" y="3561469"/>
            <a:ext cx="1358095" cy="4899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E18B83D3-597F-C618-B3AD-CF6C0709A2E9}"/>
              </a:ext>
            </a:extLst>
          </p:cNvPr>
          <p:cNvCxnSpPr>
            <a:cxnSpLocks/>
          </p:cNvCxnSpPr>
          <p:nvPr/>
        </p:nvCxnSpPr>
        <p:spPr>
          <a:xfrm>
            <a:off x="5659193" y="2366313"/>
            <a:ext cx="96138" cy="159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912879F-AA76-976B-4991-BE0D68C3128D}"/>
              </a:ext>
            </a:extLst>
          </p:cNvPr>
          <p:cNvCxnSpPr>
            <a:cxnSpLocks/>
          </p:cNvCxnSpPr>
          <p:nvPr/>
        </p:nvCxnSpPr>
        <p:spPr>
          <a:xfrm>
            <a:off x="3643327" y="1760794"/>
            <a:ext cx="0" cy="167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C68D05A-F2B8-D2C9-E94E-A9A1B77DC649}"/>
              </a:ext>
            </a:extLst>
          </p:cNvPr>
          <p:cNvSpPr txBox="1"/>
          <p:nvPr/>
        </p:nvSpPr>
        <p:spPr>
          <a:xfrm>
            <a:off x="6311137" y="867225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</a:rPr>
              <a:t>시스템 메시지</a:t>
            </a:r>
            <a:r>
              <a:rPr lang="en-US" altLang="ko-KR" sz="1000" dirty="0">
                <a:solidFill>
                  <a:srgbClr val="FFFF00"/>
                </a:solidFill>
              </a:rPr>
              <a:t>: LSAM-001(TARGET001) </a:t>
            </a:r>
            <a:r>
              <a:rPr lang="ko-KR" altLang="en-US" sz="1000" dirty="0">
                <a:solidFill>
                  <a:srgbClr val="FFFF00"/>
                </a:solidFill>
              </a:rPr>
              <a:t>요격성공</a:t>
            </a:r>
          </a:p>
        </p:txBody>
      </p:sp>
      <p:sp>
        <p:nvSpPr>
          <p:cNvPr id="66" name="순서도: 가산 접합 65">
            <a:extLst>
              <a:ext uri="{FF2B5EF4-FFF2-40B4-BE49-F238E27FC236}">
                <a16:creationId xmlns:a16="http://schemas.microsoft.com/office/drawing/2014/main" id="{5889906C-3F5D-587B-7523-C4972A796B92}"/>
              </a:ext>
            </a:extLst>
          </p:cNvPr>
          <p:cNvSpPr/>
          <p:nvPr/>
        </p:nvSpPr>
        <p:spPr>
          <a:xfrm>
            <a:off x="3031068" y="3090098"/>
            <a:ext cx="160866" cy="169569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5CF045-CDAA-9DCD-E94D-D955EE0DF0D1}"/>
              </a:ext>
            </a:extLst>
          </p:cNvPr>
          <p:cNvSpPr txBox="1"/>
          <p:nvPr/>
        </p:nvSpPr>
        <p:spPr>
          <a:xfrm>
            <a:off x="2737804" y="2879971"/>
            <a:ext cx="903774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900" dirty="0">
                <a:solidFill>
                  <a:srgbClr val="FF0000"/>
                </a:solidFill>
                <a:latin typeface="Calibri"/>
              </a:rPr>
              <a:t>TARGET1001</a:t>
            </a:r>
            <a:endParaRPr sz="9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78" name="순서도: 가산 접합 77">
            <a:extLst>
              <a:ext uri="{FF2B5EF4-FFF2-40B4-BE49-F238E27FC236}">
                <a16:creationId xmlns:a16="http://schemas.microsoft.com/office/drawing/2014/main" id="{E3149C0D-BF6F-365C-C926-567C907196CE}"/>
              </a:ext>
            </a:extLst>
          </p:cNvPr>
          <p:cNvSpPr/>
          <p:nvPr/>
        </p:nvSpPr>
        <p:spPr>
          <a:xfrm>
            <a:off x="3084300" y="3117356"/>
            <a:ext cx="160866" cy="169569"/>
          </a:xfrm>
          <a:prstGeom prst="flowChartSummingJunction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5B199C-04CC-5E01-EAEE-AC28B4C6A93F}"/>
              </a:ext>
            </a:extLst>
          </p:cNvPr>
          <p:cNvSpPr txBox="1"/>
          <p:nvPr/>
        </p:nvSpPr>
        <p:spPr>
          <a:xfrm>
            <a:off x="3199169" y="3090098"/>
            <a:ext cx="903774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57200"/>
            <a:r>
              <a:rPr lang="en-US" sz="900" dirty="0">
                <a:solidFill>
                  <a:srgbClr val="00B050"/>
                </a:solidFill>
                <a:latin typeface="Calibri"/>
              </a:rPr>
              <a:t>LSAM-001</a:t>
            </a:r>
            <a:endParaRPr sz="9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6DD1DE2-6022-FF7A-B894-4E187DB9F66E}"/>
              </a:ext>
            </a:extLst>
          </p:cNvPr>
          <p:cNvSpPr txBox="1"/>
          <p:nvPr/>
        </p:nvSpPr>
        <p:spPr>
          <a:xfrm>
            <a:off x="9631554" y="5745699"/>
            <a:ext cx="131959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100" dirty="0">
                <a:solidFill>
                  <a:schemeClr val="bg1"/>
                </a:solidFill>
                <a:latin typeface="Calibri"/>
              </a:rPr>
              <a:t>탐지된 시간</a:t>
            </a:r>
            <a:r>
              <a:rPr lang="en-US" altLang="ko-KR" sz="1100" dirty="0">
                <a:solidFill>
                  <a:schemeClr val="bg1"/>
                </a:solidFill>
                <a:latin typeface="Calibri"/>
              </a:rPr>
              <a:t>: 10:50</a:t>
            </a:r>
          </a:p>
          <a:p>
            <a:pPr defTabSz="457200"/>
            <a:r>
              <a:rPr lang="ko-KR" altLang="en-US" sz="1100" dirty="0">
                <a:solidFill>
                  <a:schemeClr val="bg1"/>
                </a:solidFill>
                <a:latin typeface="Calibri"/>
              </a:rPr>
              <a:t>격추된 시간</a:t>
            </a:r>
            <a:r>
              <a:rPr lang="en-US" altLang="ko-KR" sz="1100" dirty="0">
                <a:solidFill>
                  <a:schemeClr val="bg1"/>
                </a:solidFill>
                <a:latin typeface="Calibri"/>
              </a:rPr>
              <a:t>: 10:52</a:t>
            </a:r>
            <a:endParaRPr lang="en-US" sz="11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42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E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참고화면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405482C1-3ACD-6D2E-C707-7FD932BE8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130438"/>
            <a:ext cx="576622" cy="716773"/>
          </a:xfrm>
          <a:prstGeom prst="rect">
            <a:avLst/>
          </a:prstGeom>
        </p:spPr>
      </p:pic>
      <p:sp>
        <p:nvSpPr>
          <p:cNvPr id="92" name="직사각형 91">
            <a:extLst>
              <a:ext uri="{FF2B5EF4-FFF2-40B4-BE49-F238E27FC236}">
                <a16:creationId xmlns:a16="http://schemas.microsoft.com/office/drawing/2014/main" id="{AACE18A1-9733-3956-2C9E-6114DCB1D1DF}"/>
              </a:ext>
            </a:extLst>
          </p:cNvPr>
          <p:cNvSpPr/>
          <p:nvPr/>
        </p:nvSpPr>
        <p:spPr>
          <a:xfrm>
            <a:off x="9498804" y="110589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05E4444-D36E-EC59-0C79-EA30108A3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284" y="5393286"/>
            <a:ext cx="670642" cy="7167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82E7E47-0926-0BE0-1F7A-64FD582DF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891736"/>
            <a:ext cx="576622" cy="716773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5D977036-3C82-2243-3BE1-6074EF4A6F3E}"/>
              </a:ext>
            </a:extLst>
          </p:cNvPr>
          <p:cNvSpPr/>
          <p:nvPr/>
        </p:nvSpPr>
        <p:spPr>
          <a:xfrm>
            <a:off x="9498804" y="1867188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DC8452-56DE-7DCB-2AAC-096D3BE5203C}"/>
              </a:ext>
            </a:extLst>
          </p:cNvPr>
          <p:cNvSpPr txBox="1"/>
          <p:nvPr/>
        </p:nvSpPr>
        <p:spPr>
          <a:xfrm>
            <a:off x="9506059" y="1836088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2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520CDF0-0A33-63CC-10C4-D4EECFA0C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971" y="2721435"/>
            <a:ext cx="576622" cy="716773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5427C3ED-D71E-7BF4-96FF-4E78C43BEE3A}"/>
              </a:ext>
            </a:extLst>
          </p:cNvPr>
          <p:cNvSpPr/>
          <p:nvPr/>
        </p:nvSpPr>
        <p:spPr>
          <a:xfrm>
            <a:off x="9520191" y="2696887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EB8E1A-33AA-C1EF-9C94-422C7AAB7F81}"/>
              </a:ext>
            </a:extLst>
          </p:cNvPr>
          <p:cNvSpPr txBox="1"/>
          <p:nvPr/>
        </p:nvSpPr>
        <p:spPr>
          <a:xfrm>
            <a:off x="9527446" y="2665787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8E596B-6D44-E208-13E6-C95E3CD8150D}"/>
              </a:ext>
            </a:extLst>
          </p:cNvPr>
          <p:cNvSpPr txBox="1"/>
          <p:nvPr/>
        </p:nvSpPr>
        <p:spPr>
          <a:xfrm>
            <a:off x="10030584" y="3491175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84D570B1-C764-1897-4AE1-83E564A2B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070" y="3473718"/>
            <a:ext cx="576622" cy="716773"/>
          </a:xfrm>
          <a:prstGeom prst="rect">
            <a:avLst/>
          </a:prstGeom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5BC6F064-FE3F-E2A8-D093-07F49D44CD41}"/>
              </a:ext>
            </a:extLst>
          </p:cNvPr>
          <p:cNvSpPr/>
          <p:nvPr/>
        </p:nvSpPr>
        <p:spPr>
          <a:xfrm>
            <a:off x="9507290" y="344917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7E950A-D4B6-A689-E933-B6EAB32953E2}"/>
              </a:ext>
            </a:extLst>
          </p:cNvPr>
          <p:cNvSpPr txBox="1"/>
          <p:nvPr/>
        </p:nvSpPr>
        <p:spPr>
          <a:xfrm>
            <a:off x="9514545" y="341807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4</a:t>
            </a:r>
          </a:p>
        </p:txBody>
      </p:sp>
      <p:sp>
        <p:nvSpPr>
          <p:cNvPr id="6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98C8BF82-2192-E0C1-B67D-9645D2CAA5A8}"/>
              </a:ext>
            </a:extLst>
          </p:cNvPr>
          <p:cNvSpPr/>
          <p:nvPr/>
        </p:nvSpPr>
        <p:spPr>
          <a:xfrm>
            <a:off x="11233244" y="3488518"/>
            <a:ext cx="648326" cy="241831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F593E1-21D8-1957-9D23-08CFFFB8B978}"/>
              </a:ext>
            </a:extLst>
          </p:cNvPr>
          <p:cNvSpPr txBox="1"/>
          <p:nvPr/>
        </p:nvSpPr>
        <p:spPr>
          <a:xfrm>
            <a:off x="11266767" y="3473543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64" name="Rounded Rectangle 44">
            <a:extLst>
              <a:ext uri="{FF2B5EF4-FFF2-40B4-BE49-F238E27FC236}">
                <a16:creationId xmlns:a16="http://schemas.microsoft.com/office/drawing/2014/main" id="{1108D8DD-A321-D042-BB45-B193DBA4DB67}"/>
              </a:ext>
            </a:extLst>
          </p:cNvPr>
          <p:cNvSpPr/>
          <p:nvPr/>
        </p:nvSpPr>
        <p:spPr>
          <a:xfrm>
            <a:off x="11233244" y="3738750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A22AFD-9895-A734-B86E-E8DDC904E755}"/>
              </a:ext>
            </a:extLst>
          </p:cNvPr>
          <p:cNvSpPr txBox="1"/>
          <p:nvPr/>
        </p:nvSpPr>
        <p:spPr>
          <a:xfrm>
            <a:off x="11266767" y="3749543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F03070-4332-6F72-4873-713B735D2B22}"/>
              </a:ext>
            </a:extLst>
          </p:cNvPr>
          <p:cNvSpPr txBox="1"/>
          <p:nvPr/>
        </p:nvSpPr>
        <p:spPr>
          <a:xfrm>
            <a:off x="10050697" y="3986653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8671B1-5744-B9E3-C33B-D77CB39CC0F7}"/>
              </a:ext>
            </a:extLst>
          </p:cNvPr>
          <p:cNvSpPr txBox="1"/>
          <p:nvPr/>
        </p:nvSpPr>
        <p:spPr>
          <a:xfrm>
            <a:off x="10030584" y="11459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74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BD0DFCDB-5E28-4CAA-E987-2E1163367740}"/>
              </a:ext>
            </a:extLst>
          </p:cNvPr>
          <p:cNvSpPr/>
          <p:nvPr/>
        </p:nvSpPr>
        <p:spPr>
          <a:xfrm>
            <a:off x="11233244" y="1143317"/>
            <a:ext cx="648326" cy="241831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EADAF4-A209-1441-123C-B5A8BF0BBB7D}"/>
              </a:ext>
            </a:extLst>
          </p:cNvPr>
          <p:cNvSpPr txBox="1"/>
          <p:nvPr/>
        </p:nvSpPr>
        <p:spPr>
          <a:xfrm>
            <a:off x="11266767" y="1128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76" name="Rounded Rectangle 44">
            <a:extLst>
              <a:ext uri="{FF2B5EF4-FFF2-40B4-BE49-F238E27FC236}">
                <a16:creationId xmlns:a16="http://schemas.microsoft.com/office/drawing/2014/main" id="{2327BCE2-E5F3-72AF-3C3A-149A2ED18BC7}"/>
              </a:ext>
            </a:extLst>
          </p:cNvPr>
          <p:cNvSpPr/>
          <p:nvPr/>
        </p:nvSpPr>
        <p:spPr>
          <a:xfrm>
            <a:off x="11233244" y="1393549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A022C1-CDA5-EE1F-0A05-1A31DE717244}"/>
              </a:ext>
            </a:extLst>
          </p:cNvPr>
          <p:cNvSpPr txBox="1"/>
          <p:nvPr/>
        </p:nvSpPr>
        <p:spPr>
          <a:xfrm>
            <a:off x="11266767" y="1404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ADFC4D-A7EE-DE4A-78F5-C69B6050B8C2}"/>
              </a:ext>
            </a:extLst>
          </p:cNvPr>
          <p:cNvSpPr txBox="1"/>
          <p:nvPr/>
        </p:nvSpPr>
        <p:spPr>
          <a:xfrm>
            <a:off x="10050697" y="16414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4C8F86-ED17-BEEB-AB6C-906CEA1B7DC8}"/>
              </a:ext>
            </a:extLst>
          </p:cNvPr>
          <p:cNvSpPr txBox="1"/>
          <p:nvPr/>
        </p:nvSpPr>
        <p:spPr>
          <a:xfrm>
            <a:off x="10043713" y="1918827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8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5DACA72A-7B0C-A5A7-F66E-B501C3B432F1}"/>
              </a:ext>
            </a:extLst>
          </p:cNvPr>
          <p:cNvSpPr/>
          <p:nvPr/>
        </p:nvSpPr>
        <p:spPr>
          <a:xfrm>
            <a:off x="11246373" y="1916170"/>
            <a:ext cx="648326" cy="241831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F71717-ACBE-A058-361D-59F1240E76FD}"/>
              </a:ext>
            </a:extLst>
          </p:cNvPr>
          <p:cNvSpPr txBox="1"/>
          <p:nvPr/>
        </p:nvSpPr>
        <p:spPr>
          <a:xfrm>
            <a:off x="11279896" y="1901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82" name="Rounded Rectangle 44">
            <a:extLst>
              <a:ext uri="{FF2B5EF4-FFF2-40B4-BE49-F238E27FC236}">
                <a16:creationId xmlns:a16="http://schemas.microsoft.com/office/drawing/2014/main" id="{C872B596-C492-3373-B44A-F3F89D9D2D37}"/>
              </a:ext>
            </a:extLst>
          </p:cNvPr>
          <p:cNvSpPr/>
          <p:nvPr/>
        </p:nvSpPr>
        <p:spPr>
          <a:xfrm>
            <a:off x="11246373" y="2166402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4BDFB0-EF7B-78A2-4F5E-9D50DA427798}"/>
              </a:ext>
            </a:extLst>
          </p:cNvPr>
          <p:cNvSpPr txBox="1"/>
          <p:nvPr/>
        </p:nvSpPr>
        <p:spPr>
          <a:xfrm>
            <a:off x="11279896" y="2177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6155348-876F-4862-84B2-D6972945959F}"/>
              </a:ext>
            </a:extLst>
          </p:cNvPr>
          <p:cNvSpPr txBox="1"/>
          <p:nvPr/>
        </p:nvSpPr>
        <p:spPr>
          <a:xfrm>
            <a:off x="10063826" y="2414305"/>
            <a:ext cx="18261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3B9D8AD-955E-6AE8-F02D-D7BC9FA39BCE}"/>
              </a:ext>
            </a:extLst>
          </p:cNvPr>
          <p:cNvSpPr txBox="1"/>
          <p:nvPr/>
        </p:nvSpPr>
        <p:spPr>
          <a:xfrm>
            <a:off x="10039029" y="26820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9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5293B07F-F967-2734-EE9F-07CBB15B9996}"/>
              </a:ext>
            </a:extLst>
          </p:cNvPr>
          <p:cNvSpPr/>
          <p:nvPr/>
        </p:nvSpPr>
        <p:spPr>
          <a:xfrm>
            <a:off x="11241689" y="2679417"/>
            <a:ext cx="648326" cy="241831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CAD5AE2-E4B9-F819-A0ED-ACEAB5E06F21}"/>
              </a:ext>
            </a:extLst>
          </p:cNvPr>
          <p:cNvSpPr txBox="1"/>
          <p:nvPr/>
        </p:nvSpPr>
        <p:spPr>
          <a:xfrm>
            <a:off x="11275212" y="26644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4" name="Rounded Rectangle 44">
            <a:extLst>
              <a:ext uri="{FF2B5EF4-FFF2-40B4-BE49-F238E27FC236}">
                <a16:creationId xmlns:a16="http://schemas.microsoft.com/office/drawing/2014/main" id="{A8F46A3F-EDF3-C2FC-19C4-7E13BE423866}"/>
              </a:ext>
            </a:extLst>
          </p:cNvPr>
          <p:cNvSpPr/>
          <p:nvPr/>
        </p:nvSpPr>
        <p:spPr>
          <a:xfrm>
            <a:off x="11241689" y="2929649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65E72DE-FEA7-D405-D999-A84F90D7B7AB}"/>
              </a:ext>
            </a:extLst>
          </p:cNvPr>
          <p:cNvSpPr txBox="1"/>
          <p:nvPr/>
        </p:nvSpPr>
        <p:spPr>
          <a:xfrm>
            <a:off x="11275212" y="29404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1C8BF8-0902-979E-80A7-E5CF1E3B384A}"/>
              </a:ext>
            </a:extLst>
          </p:cNvPr>
          <p:cNvSpPr txBox="1"/>
          <p:nvPr/>
        </p:nvSpPr>
        <p:spPr>
          <a:xfrm>
            <a:off x="10059142" y="31775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AD7979-95E5-E307-E4F5-DD9D50C41282}"/>
              </a:ext>
            </a:extLst>
          </p:cNvPr>
          <p:cNvSpPr txBox="1"/>
          <p:nvPr/>
        </p:nvSpPr>
        <p:spPr>
          <a:xfrm>
            <a:off x="10369660" y="5555892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221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A856A36-D20C-1283-E93A-4A151D116079}"/>
              </a:ext>
            </a:extLst>
          </p:cNvPr>
          <p:cNvSpPr txBox="1"/>
          <p:nvPr/>
        </p:nvSpPr>
        <p:spPr>
          <a:xfrm>
            <a:off x="11074577" y="5568143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111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4600AD9-5F00-0B48-C658-7F2DBD0EEB77}"/>
              </a:ext>
            </a:extLst>
          </p:cNvPr>
          <p:cNvSpPr txBox="1"/>
          <p:nvPr/>
        </p:nvSpPr>
        <p:spPr>
          <a:xfrm>
            <a:off x="10379056" y="5832011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331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BE58ACA-2EAF-61D8-BE72-39C7F033135B}"/>
              </a:ext>
            </a:extLst>
          </p:cNvPr>
          <p:cNvSpPr txBox="1"/>
          <p:nvPr/>
        </p:nvSpPr>
        <p:spPr>
          <a:xfrm>
            <a:off x="11085310" y="5821687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222</a:t>
            </a: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FFD73B76-A97F-E6F7-CCBF-6DF2D68B45D4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3752216" y="3053894"/>
            <a:ext cx="1413316" cy="175169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A57B434-F32B-506C-C31E-FBC27DE8608A}"/>
              </a:ext>
            </a:extLst>
          </p:cNvPr>
          <p:cNvCxnSpPr>
            <a:cxnSpLocks/>
          </p:cNvCxnSpPr>
          <p:nvPr/>
        </p:nvCxnSpPr>
        <p:spPr>
          <a:xfrm flipH="1" flipV="1">
            <a:off x="3388028" y="2653361"/>
            <a:ext cx="221947" cy="2870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1E3C5384-C95B-6AFD-A299-831C5AFDA8BA}"/>
              </a:ext>
            </a:extLst>
          </p:cNvPr>
          <p:cNvSpPr/>
          <p:nvPr/>
        </p:nvSpPr>
        <p:spPr>
          <a:xfrm rot="2772603">
            <a:off x="3486294" y="2816616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0C4C65EE-18CB-FD1D-1618-BB01C41205CE}"/>
              </a:ext>
            </a:extLst>
          </p:cNvPr>
          <p:cNvCxnSpPr>
            <a:cxnSpLocks/>
          </p:cNvCxnSpPr>
          <p:nvPr/>
        </p:nvCxnSpPr>
        <p:spPr>
          <a:xfrm rot="3436288">
            <a:off x="4882645" y="3294718"/>
            <a:ext cx="945528" cy="109362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D02742EF-1800-C16F-B969-99D2F725DB65}"/>
              </a:ext>
            </a:extLst>
          </p:cNvPr>
          <p:cNvCxnSpPr>
            <a:cxnSpLocks/>
          </p:cNvCxnSpPr>
          <p:nvPr/>
        </p:nvCxnSpPr>
        <p:spPr>
          <a:xfrm rot="3436288" flipH="1" flipV="1">
            <a:off x="5352836" y="1993829"/>
            <a:ext cx="831414" cy="10674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1F3E8FD1-5EC1-8DAC-3584-45A9EF26389B}"/>
              </a:ext>
            </a:extLst>
          </p:cNvPr>
          <p:cNvSpPr/>
          <p:nvPr/>
        </p:nvSpPr>
        <p:spPr>
          <a:xfrm rot="6208891">
            <a:off x="5384560" y="3059545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chemeClr val="accent6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8375F44-C802-FF01-1FD5-A9AEDD2679E4}"/>
              </a:ext>
            </a:extLst>
          </p:cNvPr>
          <p:cNvSpPr/>
          <p:nvPr/>
        </p:nvSpPr>
        <p:spPr>
          <a:xfrm rot="732635">
            <a:off x="5367273" y="2948454"/>
            <a:ext cx="339069" cy="43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십자형 133">
            <a:extLst>
              <a:ext uri="{FF2B5EF4-FFF2-40B4-BE49-F238E27FC236}">
                <a16:creationId xmlns:a16="http://schemas.microsoft.com/office/drawing/2014/main" id="{E2AE29E1-C12A-4225-80A8-1048B3BBFC88}"/>
              </a:ext>
            </a:extLst>
          </p:cNvPr>
          <p:cNvSpPr/>
          <p:nvPr/>
        </p:nvSpPr>
        <p:spPr>
          <a:xfrm rot="20593015">
            <a:off x="5040605" y="4488247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십자형 134">
            <a:extLst>
              <a:ext uri="{FF2B5EF4-FFF2-40B4-BE49-F238E27FC236}">
                <a16:creationId xmlns:a16="http://schemas.microsoft.com/office/drawing/2014/main" id="{C527D3FD-9B03-BF9A-3533-A9FB34103276}"/>
              </a:ext>
            </a:extLst>
          </p:cNvPr>
          <p:cNvSpPr/>
          <p:nvPr/>
        </p:nvSpPr>
        <p:spPr>
          <a:xfrm>
            <a:off x="5116805" y="4760768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5E2FFA8-669A-D2F7-BEB9-5E034996C128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화살표: 아래쪽 31">
            <a:extLst>
              <a:ext uri="{FF2B5EF4-FFF2-40B4-BE49-F238E27FC236}">
                <a16:creationId xmlns:a16="http://schemas.microsoft.com/office/drawing/2014/main" id="{E99B3446-F0D0-A54F-695D-108907E438B7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4E04BDF-7E98-1386-F009-DE2B0C80098F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89CA632-F1C5-6F7A-6DF8-3D1443A3DE79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64859C2-429A-5CAD-FC77-71767195C1FB}"/>
              </a:ext>
            </a:extLst>
          </p:cNvPr>
          <p:cNvSpPr txBox="1"/>
          <p:nvPr/>
        </p:nvSpPr>
        <p:spPr>
          <a:xfrm>
            <a:off x="10178035" y="5044781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KF-21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0D22F1C-105C-0DE8-227C-AABB5FDA2789}"/>
              </a:ext>
            </a:extLst>
          </p:cNvPr>
          <p:cNvSpPr txBox="1"/>
          <p:nvPr/>
        </p:nvSpPr>
        <p:spPr>
          <a:xfrm>
            <a:off x="10776196" y="5041239"/>
            <a:ext cx="11798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:1400km/s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:3000m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3FD2287-C664-B99C-BEBD-7B6EB650B7FE}"/>
              </a:ext>
            </a:extLst>
          </p:cNvPr>
          <p:cNvSpPr txBox="1"/>
          <p:nvPr/>
        </p:nvSpPr>
        <p:spPr>
          <a:xfrm>
            <a:off x="7323387" y="906606"/>
            <a:ext cx="2029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Target1</a:t>
            </a:r>
            <a:r>
              <a:rPr lang="ko-KR" altLang="en-US" sz="1100" dirty="0">
                <a:solidFill>
                  <a:srgbClr val="00B050"/>
                </a:solidFill>
              </a:rPr>
              <a:t> </a:t>
            </a:r>
            <a:r>
              <a:rPr lang="ko-KR" altLang="en-US" sz="1100" dirty="0" err="1">
                <a:solidFill>
                  <a:srgbClr val="00B050"/>
                </a:solidFill>
              </a:rPr>
              <a:t>선택중</a:t>
            </a:r>
            <a:endParaRPr lang="ko-KR" altLang="en-US" sz="1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527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초기화면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508A01-2B4C-AA9C-7585-F52268A1529C}"/>
              </a:ext>
            </a:extLst>
          </p:cNvPr>
          <p:cNvSpPr/>
          <p:nvPr/>
        </p:nvSpPr>
        <p:spPr>
          <a:xfrm>
            <a:off x="9575199" y="5353072"/>
            <a:ext cx="643259" cy="7301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4484A-2729-5DDC-FDEA-AE3F79AB4F10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31">
            <a:extLst>
              <a:ext uri="{FF2B5EF4-FFF2-40B4-BE49-F238E27FC236}">
                <a16:creationId xmlns:a16="http://schemas.microsoft.com/office/drawing/2014/main" id="{B4F80346-185A-3417-BD95-789F61C2ECF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456E50-C705-E99D-DF35-4D016973D504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D652A-4F0F-290F-373D-EE19EC07E535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986E-B063-AF40-CCE6-35890FFA2DFE}"/>
              </a:ext>
            </a:extLst>
          </p:cNvPr>
          <p:cNvSpPr txBox="1"/>
          <p:nvPr/>
        </p:nvSpPr>
        <p:spPr>
          <a:xfrm>
            <a:off x="7191070" y="896307"/>
            <a:ext cx="2294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표적을 생성하세요</a:t>
            </a:r>
          </a:p>
        </p:txBody>
      </p:sp>
    </p:spTree>
    <p:extLst>
      <p:ext uri="{BB962C8B-B14F-4D97-AF65-F5344CB8AC3E}">
        <p14:creationId xmlns:p14="http://schemas.microsoft.com/office/powerpoint/2010/main" val="3879587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 err="1">
                <a:solidFill>
                  <a:schemeClr val="bg1"/>
                </a:solidFill>
                <a:latin typeface="Calibri"/>
                <a:ea typeface="맑은 고딕"/>
              </a:rPr>
              <a:t>표적생성클릭시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BB71601-7ADB-AEEE-0560-7B451ADE6C0C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아래쪽 31">
            <a:extLst>
              <a:ext uri="{FF2B5EF4-FFF2-40B4-BE49-F238E27FC236}">
                <a16:creationId xmlns:a16="http://schemas.microsoft.com/office/drawing/2014/main" id="{B916738E-E1F2-DFD6-A91F-6559420524DE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FE79B2A-F8EE-FA2D-1A0A-15728ED17289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1F9782-3B62-2A35-08AC-AF430AE5767B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05E4444-D36E-EC59-0C79-EA30108A3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284" y="5393286"/>
            <a:ext cx="670642" cy="7167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CCF54-1693-FCFA-C85C-AB3471948731}"/>
              </a:ext>
            </a:extLst>
          </p:cNvPr>
          <p:cNvSpPr txBox="1"/>
          <p:nvPr/>
        </p:nvSpPr>
        <p:spPr>
          <a:xfrm>
            <a:off x="10178035" y="5044781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KF-21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C83D0-84A6-05D0-F7A1-08DF80C88AE7}"/>
              </a:ext>
            </a:extLst>
          </p:cNvPr>
          <p:cNvSpPr txBox="1"/>
          <p:nvPr/>
        </p:nvSpPr>
        <p:spPr>
          <a:xfrm>
            <a:off x="10776196" y="5041239"/>
            <a:ext cx="11798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:1400km/s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:3000m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5D1EE7-159B-091B-3DB1-B752B38F8183}"/>
              </a:ext>
            </a:extLst>
          </p:cNvPr>
          <p:cNvSpPr txBox="1"/>
          <p:nvPr/>
        </p:nvSpPr>
        <p:spPr>
          <a:xfrm>
            <a:off x="6165239" y="884425"/>
            <a:ext cx="3345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시작위치를  입력 하거나 선택하세요</a:t>
            </a:r>
          </a:p>
        </p:txBody>
      </p:sp>
    </p:spTree>
    <p:extLst>
      <p:ext uri="{BB962C8B-B14F-4D97-AF65-F5344CB8AC3E}">
        <p14:creationId xmlns:p14="http://schemas.microsoft.com/office/powerpoint/2010/main" val="279085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 err="1">
                <a:solidFill>
                  <a:schemeClr val="bg1"/>
                </a:solidFill>
                <a:latin typeface="Calibri"/>
                <a:ea typeface="맑은 고딕"/>
              </a:rPr>
              <a:t>모델변경클릭시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05E4444-D36E-EC59-0C79-EA30108A3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284" y="5393286"/>
            <a:ext cx="670642" cy="71677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E76372-5997-0E90-5222-448F90C6CEC1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아래쪽 31">
            <a:extLst>
              <a:ext uri="{FF2B5EF4-FFF2-40B4-BE49-F238E27FC236}">
                <a16:creationId xmlns:a16="http://schemas.microsoft.com/office/drawing/2014/main" id="{F3EA5A03-5D7E-59E6-3447-C552161B88E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74C7EB-386B-A502-9B23-56DF3E58B04D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2045DC-CF6F-F78C-3A2B-4C9ABB420DFC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B4E2E2-BC1A-4B14-2434-6FC3D60967C7}"/>
              </a:ext>
            </a:extLst>
          </p:cNvPr>
          <p:cNvSpPr txBox="1"/>
          <p:nvPr/>
        </p:nvSpPr>
        <p:spPr>
          <a:xfrm>
            <a:off x="10178035" y="5044781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KF-21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39918B-AC7A-CDAB-A654-2E73052A2BF3}"/>
              </a:ext>
            </a:extLst>
          </p:cNvPr>
          <p:cNvSpPr txBox="1"/>
          <p:nvPr/>
        </p:nvSpPr>
        <p:spPr>
          <a:xfrm>
            <a:off x="10776196" y="5041239"/>
            <a:ext cx="11798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:1400km/h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:3000m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949B9E-EF85-F5FD-9B7F-3A3B6FB35964}"/>
              </a:ext>
            </a:extLst>
          </p:cNvPr>
          <p:cNvSpPr/>
          <p:nvPr/>
        </p:nvSpPr>
        <p:spPr>
          <a:xfrm>
            <a:off x="10218458" y="5319136"/>
            <a:ext cx="1649699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614EC6-9E56-6152-16B3-81616B7EFB61}"/>
              </a:ext>
            </a:extLst>
          </p:cNvPr>
          <p:cNvSpPr txBox="1"/>
          <p:nvPr/>
        </p:nvSpPr>
        <p:spPr>
          <a:xfrm>
            <a:off x="10178035" y="5301477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 err="1">
                <a:latin typeface="Calibri"/>
                <a:ea typeface="Calibri"/>
                <a:cs typeface="Calibri"/>
              </a:rPr>
              <a:t>Lsam</a:t>
            </a:r>
            <a:endParaRPr lang="en-US" sz="14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5DA647-13D7-DF07-EE15-358A992622A8}"/>
              </a:ext>
            </a:extLst>
          </p:cNvPr>
          <p:cNvSpPr txBox="1"/>
          <p:nvPr/>
        </p:nvSpPr>
        <p:spPr>
          <a:xfrm>
            <a:off x="10776196" y="5297935"/>
            <a:ext cx="109196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:5000km/h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:2000m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D7F0943-820C-CBCA-89F1-4F5FA02B38DD}"/>
              </a:ext>
            </a:extLst>
          </p:cNvPr>
          <p:cNvSpPr/>
          <p:nvPr/>
        </p:nvSpPr>
        <p:spPr>
          <a:xfrm>
            <a:off x="10218458" y="5576311"/>
            <a:ext cx="1649699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A61672-704E-5DAD-9C81-A3E84CE31502}"/>
              </a:ext>
            </a:extLst>
          </p:cNvPr>
          <p:cNvSpPr txBox="1"/>
          <p:nvPr/>
        </p:nvSpPr>
        <p:spPr>
          <a:xfrm>
            <a:off x="10178035" y="5558652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F-35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A9167-B0AE-1DA8-1EAE-D296F40CD074}"/>
              </a:ext>
            </a:extLst>
          </p:cNvPr>
          <p:cNvSpPr txBox="1"/>
          <p:nvPr/>
        </p:nvSpPr>
        <p:spPr>
          <a:xfrm>
            <a:off x="10776196" y="5555110"/>
            <a:ext cx="109196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:1200km/h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B102C-2320-9CAF-6E17-6C2A1790AB2C}"/>
              </a:ext>
            </a:extLst>
          </p:cNvPr>
          <p:cNvSpPr txBox="1"/>
          <p:nvPr/>
        </p:nvSpPr>
        <p:spPr>
          <a:xfrm>
            <a:off x="7121500" y="928961"/>
            <a:ext cx="2294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모델을 선택하세요</a:t>
            </a:r>
          </a:p>
        </p:txBody>
      </p:sp>
    </p:spTree>
    <p:extLst>
      <p:ext uri="{BB962C8B-B14F-4D97-AF65-F5344CB8AC3E}">
        <p14:creationId xmlns:p14="http://schemas.microsoft.com/office/powerpoint/2010/main" val="2413080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 시작위치 </a:t>
            </a:r>
            <a:r>
              <a:rPr lang="ko-KR" altLang="en-US" sz="2200" b="1" dirty="0" err="1">
                <a:solidFill>
                  <a:schemeClr val="bg1"/>
                </a:solidFill>
                <a:latin typeface="Calibri"/>
                <a:ea typeface="맑은 고딕"/>
              </a:rPr>
              <a:t>입력후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BB71601-7ADB-AEEE-0560-7B451ADE6C0C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아래쪽 31">
            <a:extLst>
              <a:ext uri="{FF2B5EF4-FFF2-40B4-BE49-F238E27FC236}">
                <a16:creationId xmlns:a16="http://schemas.microsoft.com/office/drawing/2014/main" id="{B916738E-E1F2-DFD6-A91F-6559420524DE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FE79B2A-F8EE-FA2D-1A0A-15728ED17289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1F9782-3B62-2A35-08AC-AF430AE5767B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05E4444-D36E-EC59-0C79-EA30108A3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284" y="5393286"/>
            <a:ext cx="670642" cy="7167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CCF54-1693-FCFA-C85C-AB3471948731}"/>
              </a:ext>
            </a:extLst>
          </p:cNvPr>
          <p:cNvSpPr txBox="1"/>
          <p:nvPr/>
        </p:nvSpPr>
        <p:spPr>
          <a:xfrm>
            <a:off x="10178035" y="5044781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KF-21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C83D0-84A6-05D0-F7A1-08DF80C88AE7}"/>
              </a:ext>
            </a:extLst>
          </p:cNvPr>
          <p:cNvSpPr txBox="1"/>
          <p:nvPr/>
        </p:nvSpPr>
        <p:spPr>
          <a:xfrm>
            <a:off x="10776196" y="5041239"/>
            <a:ext cx="11798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:1400km/s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:3000m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61F3FF-19F6-EF5E-3E95-7CF068F7F4AE}"/>
              </a:ext>
            </a:extLst>
          </p:cNvPr>
          <p:cNvSpPr txBox="1"/>
          <p:nvPr/>
        </p:nvSpPr>
        <p:spPr>
          <a:xfrm>
            <a:off x="6165239" y="884425"/>
            <a:ext cx="3377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도착위치를  입력 하거나 선택하세요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F415C-7576-7114-DC2C-3B819F621388}"/>
              </a:ext>
            </a:extLst>
          </p:cNvPr>
          <p:cNvSpPr txBox="1"/>
          <p:nvPr/>
        </p:nvSpPr>
        <p:spPr>
          <a:xfrm>
            <a:off x="10369660" y="5555892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221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6F612-37FE-59F4-BAA4-D5BCF02D2473}"/>
              </a:ext>
            </a:extLst>
          </p:cNvPr>
          <p:cNvSpPr txBox="1"/>
          <p:nvPr/>
        </p:nvSpPr>
        <p:spPr>
          <a:xfrm>
            <a:off x="11074577" y="5568143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111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452806A-BC4B-CF60-FF83-C94CE94131C2}"/>
              </a:ext>
            </a:extLst>
          </p:cNvPr>
          <p:cNvSpPr/>
          <p:nvPr/>
        </p:nvSpPr>
        <p:spPr>
          <a:xfrm rot="2772603">
            <a:off x="3486294" y="2816616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2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 도착위치 </a:t>
            </a:r>
            <a:r>
              <a:rPr lang="ko-KR" altLang="en-US" sz="2200" b="1" dirty="0" err="1">
                <a:solidFill>
                  <a:schemeClr val="bg1"/>
                </a:solidFill>
                <a:latin typeface="Calibri"/>
                <a:ea typeface="맑은 고딕"/>
              </a:rPr>
              <a:t>입력후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BB71601-7ADB-AEEE-0560-7B451ADE6C0C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아래쪽 31">
            <a:extLst>
              <a:ext uri="{FF2B5EF4-FFF2-40B4-BE49-F238E27FC236}">
                <a16:creationId xmlns:a16="http://schemas.microsoft.com/office/drawing/2014/main" id="{B916738E-E1F2-DFD6-A91F-6559420524DE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FE79B2A-F8EE-FA2D-1A0A-15728ED17289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1F9782-3B62-2A35-08AC-AF430AE5767B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05E4444-D36E-EC59-0C79-EA30108A3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284" y="5393286"/>
            <a:ext cx="670642" cy="7167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CCF54-1693-FCFA-C85C-AB3471948731}"/>
              </a:ext>
            </a:extLst>
          </p:cNvPr>
          <p:cNvSpPr txBox="1"/>
          <p:nvPr/>
        </p:nvSpPr>
        <p:spPr>
          <a:xfrm>
            <a:off x="10178035" y="5044781"/>
            <a:ext cx="63858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KF-21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C83D0-84A6-05D0-F7A1-08DF80C88AE7}"/>
              </a:ext>
            </a:extLst>
          </p:cNvPr>
          <p:cNvSpPr txBox="1"/>
          <p:nvPr/>
        </p:nvSpPr>
        <p:spPr>
          <a:xfrm>
            <a:off x="10776196" y="5041239"/>
            <a:ext cx="117988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속력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:1400km/s</a:t>
            </a:r>
          </a:p>
          <a:p>
            <a:r>
              <a:rPr lang="ko-KR" altLang="en-US" sz="800" b="1" dirty="0">
                <a:latin typeface="+mj-ea"/>
                <a:ea typeface="+mj-ea"/>
                <a:cs typeface="Calibri"/>
              </a:rPr>
              <a:t>고도</a:t>
            </a:r>
            <a:r>
              <a:rPr lang="en-US" altLang="ko-KR" sz="800" b="1" dirty="0">
                <a:latin typeface="+mj-ea"/>
                <a:ea typeface="+mj-ea"/>
                <a:cs typeface="Calibri"/>
              </a:rPr>
              <a:t>:3000m</a:t>
            </a:r>
            <a:endParaRPr lang="en-US" sz="800" b="1" dirty="0">
              <a:latin typeface="+mj-ea"/>
              <a:ea typeface="+mj-ea"/>
              <a:cs typeface="Calibri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61F3FF-19F6-EF5E-3E95-7CF068F7F4AE}"/>
              </a:ext>
            </a:extLst>
          </p:cNvPr>
          <p:cNvSpPr txBox="1"/>
          <p:nvPr/>
        </p:nvSpPr>
        <p:spPr>
          <a:xfrm>
            <a:off x="6995426" y="867091"/>
            <a:ext cx="2361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 표적을 등록하세요</a:t>
            </a:r>
            <a:r>
              <a:rPr lang="en-US" altLang="ko-KR" sz="1100" dirty="0">
                <a:solidFill>
                  <a:srgbClr val="00B050"/>
                </a:solidFill>
              </a:rPr>
              <a:t>.</a:t>
            </a:r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F415C-7576-7114-DC2C-3B819F621388}"/>
              </a:ext>
            </a:extLst>
          </p:cNvPr>
          <p:cNvSpPr txBox="1"/>
          <p:nvPr/>
        </p:nvSpPr>
        <p:spPr>
          <a:xfrm>
            <a:off x="10369660" y="5555892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221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6F612-37FE-59F4-BAA4-D5BCF02D2473}"/>
              </a:ext>
            </a:extLst>
          </p:cNvPr>
          <p:cNvSpPr txBox="1"/>
          <p:nvPr/>
        </p:nvSpPr>
        <p:spPr>
          <a:xfrm>
            <a:off x="11074577" y="5568143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111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321C670-97E3-649A-00C9-18270FCA8449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752216" y="3053894"/>
            <a:ext cx="1413316" cy="175169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452806A-BC4B-CF60-FF83-C94CE94131C2}"/>
              </a:ext>
            </a:extLst>
          </p:cNvPr>
          <p:cNvSpPr/>
          <p:nvPr/>
        </p:nvSpPr>
        <p:spPr>
          <a:xfrm rot="2772603">
            <a:off x="3486294" y="2816616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십자형 19">
            <a:extLst>
              <a:ext uri="{FF2B5EF4-FFF2-40B4-BE49-F238E27FC236}">
                <a16:creationId xmlns:a16="http://schemas.microsoft.com/office/drawing/2014/main" id="{28EFB437-C891-185E-961A-2B37A7A230F6}"/>
              </a:ext>
            </a:extLst>
          </p:cNvPr>
          <p:cNvSpPr/>
          <p:nvPr/>
        </p:nvSpPr>
        <p:spPr>
          <a:xfrm>
            <a:off x="5116805" y="4760768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244AD3-8D68-5F42-22C4-6A8F28841EA5}"/>
              </a:ext>
            </a:extLst>
          </p:cNvPr>
          <p:cNvSpPr txBox="1"/>
          <p:nvPr/>
        </p:nvSpPr>
        <p:spPr>
          <a:xfrm>
            <a:off x="10379056" y="5832011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331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849025-88E3-41BA-6A28-ED92FBE3AB20}"/>
              </a:ext>
            </a:extLst>
          </p:cNvPr>
          <p:cNvSpPr txBox="1"/>
          <p:nvPr/>
        </p:nvSpPr>
        <p:spPr>
          <a:xfrm>
            <a:off x="11085310" y="5821687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latin typeface="Calibri"/>
                <a:ea typeface="Calibri"/>
                <a:cs typeface="Calibri"/>
              </a:rPr>
              <a:t>222</a:t>
            </a:r>
          </a:p>
        </p:txBody>
      </p:sp>
    </p:spTree>
    <p:extLst>
      <p:ext uri="{BB962C8B-B14F-4D97-AF65-F5344CB8AC3E}">
        <p14:creationId xmlns:p14="http://schemas.microsoft.com/office/powerpoint/2010/main" val="2215069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1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등록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508A01-2B4C-AA9C-7585-F52268A1529C}"/>
              </a:ext>
            </a:extLst>
          </p:cNvPr>
          <p:cNvSpPr/>
          <p:nvPr/>
        </p:nvSpPr>
        <p:spPr>
          <a:xfrm>
            <a:off x="9575199" y="5353072"/>
            <a:ext cx="643259" cy="7301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4484A-2729-5DDC-FDEA-AE3F79AB4F10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31">
            <a:extLst>
              <a:ext uri="{FF2B5EF4-FFF2-40B4-BE49-F238E27FC236}">
                <a16:creationId xmlns:a16="http://schemas.microsoft.com/office/drawing/2014/main" id="{B4F80346-185A-3417-BD95-789F61C2ECF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456E50-C705-E99D-DF35-4D016973D504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D652A-4F0F-290F-373D-EE19EC07E535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986E-B063-AF40-CCE6-35890FFA2DFE}"/>
              </a:ext>
            </a:extLst>
          </p:cNvPr>
          <p:cNvSpPr txBox="1"/>
          <p:nvPr/>
        </p:nvSpPr>
        <p:spPr>
          <a:xfrm>
            <a:off x="6448718" y="802931"/>
            <a:ext cx="306686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시작대기중인 표적이 있습니다</a:t>
            </a:r>
            <a:r>
              <a:rPr lang="en-US" altLang="ko-KR" sz="1100" dirty="0">
                <a:solidFill>
                  <a:srgbClr val="00B050"/>
                </a:solidFill>
              </a:rPr>
              <a:t>.</a:t>
            </a:r>
          </a:p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표적을 생성하세요</a:t>
            </a:r>
          </a:p>
          <a:p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959109-3138-53DF-B91D-7AA787D19A64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0505C-1E99-6B9F-72F8-7C937AFD7154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F4875-EFB7-7CB1-C9BB-095573B4DFAA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0F5F862-F2E0-061B-D113-D8A68283B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130438"/>
            <a:ext cx="576622" cy="71677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F2777E-CAF8-E8FD-E1F2-7999C67A5EA7}"/>
              </a:ext>
            </a:extLst>
          </p:cNvPr>
          <p:cNvSpPr/>
          <p:nvPr/>
        </p:nvSpPr>
        <p:spPr>
          <a:xfrm>
            <a:off x="9498804" y="110589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ABDF91-E488-295B-2E01-5586B84928EA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B93A05-4899-C641-05B2-226AE7175D1E}"/>
              </a:ext>
            </a:extLst>
          </p:cNvPr>
          <p:cNvSpPr txBox="1"/>
          <p:nvPr/>
        </p:nvSpPr>
        <p:spPr>
          <a:xfrm>
            <a:off x="10030584" y="11459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25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3BE6F25-6887-D27B-B8EC-FB6AB21B121D}"/>
              </a:ext>
            </a:extLst>
          </p:cNvPr>
          <p:cNvSpPr/>
          <p:nvPr/>
        </p:nvSpPr>
        <p:spPr>
          <a:xfrm>
            <a:off x="11233244" y="1143317"/>
            <a:ext cx="648326" cy="241831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8A931-680B-FCB3-E357-0EA43B39A91B}"/>
              </a:ext>
            </a:extLst>
          </p:cNvPr>
          <p:cNvSpPr txBox="1"/>
          <p:nvPr/>
        </p:nvSpPr>
        <p:spPr>
          <a:xfrm>
            <a:off x="11266767" y="1128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7" name="Rounded Rectangle 44">
            <a:extLst>
              <a:ext uri="{FF2B5EF4-FFF2-40B4-BE49-F238E27FC236}">
                <a16:creationId xmlns:a16="http://schemas.microsoft.com/office/drawing/2014/main" id="{03F5E7E9-44A3-029C-98CB-26CB6EC5F47B}"/>
              </a:ext>
            </a:extLst>
          </p:cNvPr>
          <p:cNvSpPr/>
          <p:nvPr/>
        </p:nvSpPr>
        <p:spPr>
          <a:xfrm>
            <a:off x="11233244" y="1393549"/>
            <a:ext cx="648326" cy="27906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8551E-7B83-616A-ED29-2F3665ACD1B7}"/>
              </a:ext>
            </a:extLst>
          </p:cNvPr>
          <p:cNvSpPr txBox="1"/>
          <p:nvPr/>
        </p:nvSpPr>
        <p:spPr>
          <a:xfrm>
            <a:off x="11266767" y="1404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A5B9E8-A6AF-3AE3-0C78-924584D383D4}"/>
              </a:ext>
            </a:extLst>
          </p:cNvPr>
          <p:cNvSpPr txBox="1"/>
          <p:nvPr/>
        </p:nvSpPr>
        <p:spPr>
          <a:xfrm>
            <a:off x="10050697" y="16414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</p:spTree>
    <p:extLst>
      <p:ext uri="{BB962C8B-B14F-4D97-AF65-F5344CB8AC3E}">
        <p14:creationId xmlns:p14="http://schemas.microsoft.com/office/powerpoint/2010/main" val="277648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1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시작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508A01-2B4C-AA9C-7585-F52268A1529C}"/>
              </a:ext>
            </a:extLst>
          </p:cNvPr>
          <p:cNvSpPr/>
          <p:nvPr/>
        </p:nvSpPr>
        <p:spPr>
          <a:xfrm>
            <a:off x="9575199" y="5353072"/>
            <a:ext cx="643259" cy="7301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4484A-2729-5DDC-FDEA-AE3F79AB4F10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31">
            <a:extLst>
              <a:ext uri="{FF2B5EF4-FFF2-40B4-BE49-F238E27FC236}">
                <a16:creationId xmlns:a16="http://schemas.microsoft.com/office/drawing/2014/main" id="{B4F80346-185A-3417-BD95-789F61C2ECF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456E50-C705-E99D-DF35-4D016973D504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D652A-4F0F-290F-373D-EE19EC07E535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986E-B063-AF40-CCE6-35890FFA2DFE}"/>
              </a:ext>
            </a:extLst>
          </p:cNvPr>
          <p:cNvSpPr txBox="1"/>
          <p:nvPr/>
        </p:nvSpPr>
        <p:spPr>
          <a:xfrm>
            <a:off x="6448718" y="802931"/>
            <a:ext cx="24336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 </a:t>
            </a:r>
            <a:r>
              <a:rPr lang="en-US" altLang="ko-KR" sz="1100" dirty="0">
                <a:solidFill>
                  <a:srgbClr val="00B050"/>
                </a:solidFill>
              </a:rPr>
              <a:t>1 </a:t>
            </a:r>
            <a:r>
              <a:rPr lang="ko-KR" altLang="en-US" sz="1100" dirty="0">
                <a:solidFill>
                  <a:srgbClr val="00B050"/>
                </a:solidFill>
              </a:rPr>
              <a:t>시작했습니다</a:t>
            </a:r>
            <a:r>
              <a:rPr lang="en-US" altLang="ko-KR" sz="1100" dirty="0">
                <a:solidFill>
                  <a:srgbClr val="00B050"/>
                </a:solidFill>
              </a:rPr>
              <a:t>.</a:t>
            </a:r>
          </a:p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표적을 생성하세요</a:t>
            </a:r>
          </a:p>
          <a:p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959109-3138-53DF-B91D-7AA787D19A64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0505C-1E99-6B9F-72F8-7C937AFD7154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F4875-EFB7-7CB1-C9BB-095573B4DFAA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0F5F862-F2E0-061B-D113-D8A68283B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130438"/>
            <a:ext cx="576622" cy="71677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F2777E-CAF8-E8FD-E1F2-7999C67A5EA7}"/>
              </a:ext>
            </a:extLst>
          </p:cNvPr>
          <p:cNvSpPr/>
          <p:nvPr/>
        </p:nvSpPr>
        <p:spPr>
          <a:xfrm>
            <a:off x="9498804" y="110589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ABDF91-E488-295B-2E01-5586B84928EA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B93A05-4899-C641-05B2-226AE7175D1E}"/>
              </a:ext>
            </a:extLst>
          </p:cNvPr>
          <p:cNvSpPr txBox="1"/>
          <p:nvPr/>
        </p:nvSpPr>
        <p:spPr>
          <a:xfrm>
            <a:off x="10030584" y="11459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25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3BE6F25-6887-D27B-B8EC-FB6AB21B121D}"/>
              </a:ext>
            </a:extLst>
          </p:cNvPr>
          <p:cNvSpPr/>
          <p:nvPr/>
        </p:nvSpPr>
        <p:spPr>
          <a:xfrm>
            <a:off x="11233244" y="1143317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8A931-680B-FCB3-E357-0EA43B39A91B}"/>
              </a:ext>
            </a:extLst>
          </p:cNvPr>
          <p:cNvSpPr txBox="1"/>
          <p:nvPr/>
        </p:nvSpPr>
        <p:spPr>
          <a:xfrm>
            <a:off x="11266767" y="1128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7" name="Rounded Rectangle 44">
            <a:extLst>
              <a:ext uri="{FF2B5EF4-FFF2-40B4-BE49-F238E27FC236}">
                <a16:creationId xmlns:a16="http://schemas.microsoft.com/office/drawing/2014/main" id="{03F5E7E9-44A3-029C-98CB-26CB6EC5F47B}"/>
              </a:ext>
            </a:extLst>
          </p:cNvPr>
          <p:cNvSpPr/>
          <p:nvPr/>
        </p:nvSpPr>
        <p:spPr>
          <a:xfrm>
            <a:off x="11233244" y="1393549"/>
            <a:ext cx="648326" cy="2790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8551E-7B83-616A-ED29-2F3665ACD1B7}"/>
              </a:ext>
            </a:extLst>
          </p:cNvPr>
          <p:cNvSpPr txBox="1"/>
          <p:nvPr/>
        </p:nvSpPr>
        <p:spPr>
          <a:xfrm>
            <a:off x="11266767" y="1404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A5B9E8-A6AF-3AE3-0C78-924584D383D4}"/>
              </a:ext>
            </a:extLst>
          </p:cNvPr>
          <p:cNvSpPr txBox="1"/>
          <p:nvPr/>
        </p:nvSpPr>
        <p:spPr>
          <a:xfrm>
            <a:off x="10050697" y="16414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D234A38-60DF-1EED-D4C5-32CCAC47E5FC}"/>
              </a:ext>
            </a:extLst>
          </p:cNvPr>
          <p:cNvCxnSpPr>
            <a:cxnSpLocks/>
          </p:cNvCxnSpPr>
          <p:nvPr/>
        </p:nvCxnSpPr>
        <p:spPr>
          <a:xfrm>
            <a:off x="3445310" y="2741299"/>
            <a:ext cx="1720222" cy="206428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A43BF4A-5169-05B8-4965-F75627E9A634}"/>
              </a:ext>
            </a:extLst>
          </p:cNvPr>
          <p:cNvSpPr/>
          <p:nvPr/>
        </p:nvSpPr>
        <p:spPr>
          <a:xfrm rot="2772603">
            <a:off x="3288148" y="2617473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십자형 31">
            <a:extLst>
              <a:ext uri="{FF2B5EF4-FFF2-40B4-BE49-F238E27FC236}">
                <a16:creationId xmlns:a16="http://schemas.microsoft.com/office/drawing/2014/main" id="{42BDC149-F9BD-E542-8F04-562DB8D21D1D}"/>
              </a:ext>
            </a:extLst>
          </p:cNvPr>
          <p:cNvSpPr/>
          <p:nvPr/>
        </p:nvSpPr>
        <p:spPr>
          <a:xfrm>
            <a:off x="5116805" y="4760768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58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2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등록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,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시작완료 후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508A01-2B4C-AA9C-7585-F52268A1529C}"/>
              </a:ext>
            </a:extLst>
          </p:cNvPr>
          <p:cNvSpPr/>
          <p:nvPr/>
        </p:nvSpPr>
        <p:spPr>
          <a:xfrm>
            <a:off x="9575199" y="5353072"/>
            <a:ext cx="643259" cy="7301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4484A-2729-5DDC-FDEA-AE3F79AB4F10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31">
            <a:extLst>
              <a:ext uri="{FF2B5EF4-FFF2-40B4-BE49-F238E27FC236}">
                <a16:creationId xmlns:a16="http://schemas.microsoft.com/office/drawing/2014/main" id="{B4F80346-185A-3417-BD95-789F61C2ECF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456E50-C705-E99D-DF35-4D016973D504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D652A-4F0F-290F-373D-EE19EC07E535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986E-B063-AF40-CCE6-35890FFA2DFE}"/>
              </a:ext>
            </a:extLst>
          </p:cNvPr>
          <p:cNvSpPr txBox="1"/>
          <p:nvPr/>
        </p:nvSpPr>
        <p:spPr>
          <a:xfrm>
            <a:off x="6448718" y="802931"/>
            <a:ext cx="24336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 </a:t>
            </a:r>
            <a:r>
              <a:rPr lang="en-US" altLang="ko-KR" sz="1100" dirty="0">
                <a:solidFill>
                  <a:srgbClr val="00B050"/>
                </a:solidFill>
              </a:rPr>
              <a:t>2 </a:t>
            </a:r>
            <a:r>
              <a:rPr lang="ko-KR" altLang="en-US" sz="1100" dirty="0">
                <a:solidFill>
                  <a:srgbClr val="00B050"/>
                </a:solidFill>
              </a:rPr>
              <a:t>시작했습니다</a:t>
            </a:r>
            <a:r>
              <a:rPr lang="en-US" altLang="ko-KR" sz="1100" dirty="0">
                <a:solidFill>
                  <a:srgbClr val="00B050"/>
                </a:solidFill>
              </a:rPr>
              <a:t>.</a:t>
            </a:r>
          </a:p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표적을 생성하세요</a:t>
            </a:r>
          </a:p>
          <a:p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959109-3138-53DF-B91D-7AA787D19A64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0505C-1E99-6B9F-72F8-7C937AFD7154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F4875-EFB7-7CB1-C9BB-095573B4DFAA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0F5F862-F2E0-061B-D113-D8A68283B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130438"/>
            <a:ext cx="576622" cy="71677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F2777E-CAF8-E8FD-E1F2-7999C67A5EA7}"/>
              </a:ext>
            </a:extLst>
          </p:cNvPr>
          <p:cNvSpPr/>
          <p:nvPr/>
        </p:nvSpPr>
        <p:spPr>
          <a:xfrm>
            <a:off x="9498804" y="110589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ABDF91-E488-295B-2E01-5586B84928EA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B93A05-4899-C641-05B2-226AE7175D1E}"/>
              </a:ext>
            </a:extLst>
          </p:cNvPr>
          <p:cNvSpPr txBox="1"/>
          <p:nvPr/>
        </p:nvSpPr>
        <p:spPr>
          <a:xfrm>
            <a:off x="10030584" y="11459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25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3BE6F25-6887-D27B-B8EC-FB6AB21B121D}"/>
              </a:ext>
            </a:extLst>
          </p:cNvPr>
          <p:cNvSpPr/>
          <p:nvPr/>
        </p:nvSpPr>
        <p:spPr>
          <a:xfrm>
            <a:off x="11233244" y="1143317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8A931-680B-FCB3-E357-0EA43B39A91B}"/>
              </a:ext>
            </a:extLst>
          </p:cNvPr>
          <p:cNvSpPr txBox="1"/>
          <p:nvPr/>
        </p:nvSpPr>
        <p:spPr>
          <a:xfrm>
            <a:off x="11266767" y="1128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7" name="Rounded Rectangle 44">
            <a:extLst>
              <a:ext uri="{FF2B5EF4-FFF2-40B4-BE49-F238E27FC236}">
                <a16:creationId xmlns:a16="http://schemas.microsoft.com/office/drawing/2014/main" id="{03F5E7E9-44A3-029C-98CB-26CB6EC5F47B}"/>
              </a:ext>
            </a:extLst>
          </p:cNvPr>
          <p:cNvSpPr/>
          <p:nvPr/>
        </p:nvSpPr>
        <p:spPr>
          <a:xfrm>
            <a:off x="11233244" y="1393549"/>
            <a:ext cx="648326" cy="2790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8551E-7B83-616A-ED29-2F3665ACD1B7}"/>
              </a:ext>
            </a:extLst>
          </p:cNvPr>
          <p:cNvSpPr txBox="1"/>
          <p:nvPr/>
        </p:nvSpPr>
        <p:spPr>
          <a:xfrm>
            <a:off x="11266767" y="1404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A5B9E8-A6AF-3AE3-0C78-924584D383D4}"/>
              </a:ext>
            </a:extLst>
          </p:cNvPr>
          <p:cNvSpPr txBox="1"/>
          <p:nvPr/>
        </p:nvSpPr>
        <p:spPr>
          <a:xfrm>
            <a:off x="10050697" y="16414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D234A38-60DF-1EED-D4C5-32CCAC47E5FC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752216" y="3053894"/>
            <a:ext cx="1413316" cy="175169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567D87-20E4-A13F-188A-E763170BA9E9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A1928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8E51B92F-FFE4-C13C-5BC1-95B083973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4148" y="1890225"/>
            <a:ext cx="576622" cy="716773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EAD722-0B51-9EDC-9A75-3CAA725BC812}"/>
              </a:ext>
            </a:extLst>
          </p:cNvPr>
          <p:cNvSpPr/>
          <p:nvPr/>
        </p:nvSpPr>
        <p:spPr>
          <a:xfrm>
            <a:off x="9498804" y="1867188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589848-63B2-9AF7-16DF-003456149070}"/>
              </a:ext>
            </a:extLst>
          </p:cNvPr>
          <p:cNvSpPr txBox="1"/>
          <p:nvPr/>
        </p:nvSpPr>
        <p:spPr>
          <a:xfrm>
            <a:off x="9506059" y="1836088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F1800B-BABA-374C-14BE-53414D46EF7B}"/>
              </a:ext>
            </a:extLst>
          </p:cNvPr>
          <p:cNvSpPr txBox="1"/>
          <p:nvPr/>
        </p:nvSpPr>
        <p:spPr>
          <a:xfrm>
            <a:off x="10043713" y="1918827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5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292D057-5A26-90E3-F41C-762EB2DE2E89}"/>
              </a:ext>
            </a:extLst>
          </p:cNvPr>
          <p:cNvSpPr/>
          <p:nvPr/>
        </p:nvSpPr>
        <p:spPr>
          <a:xfrm>
            <a:off x="11246373" y="1916170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E0E4EF-54A9-11BC-6317-8F1995CB5906}"/>
              </a:ext>
            </a:extLst>
          </p:cNvPr>
          <p:cNvSpPr txBox="1"/>
          <p:nvPr/>
        </p:nvSpPr>
        <p:spPr>
          <a:xfrm>
            <a:off x="11279896" y="1901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9" name="Rounded Rectangle 44">
            <a:extLst>
              <a:ext uri="{FF2B5EF4-FFF2-40B4-BE49-F238E27FC236}">
                <a16:creationId xmlns:a16="http://schemas.microsoft.com/office/drawing/2014/main" id="{59ABD08E-578B-924B-4202-D2AE702AFB7A}"/>
              </a:ext>
            </a:extLst>
          </p:cNvPr>
          <p:cNvSpPr/>
          <p:nvPr/>
        </p:nvSpPr>
        <p:spPr>
          <a:xfrm>
            <a:off x="11246373" y="2166402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E0AEBF-B1B0-E621-87FA-CF03BE03FD74}"/>
              </a:ext>
            </a:extLst>
          </p:cNvPr>
          <p:cNvSpPr txBox="1"/>
          <p:nvPr/>
        </p:nvSpPr>
        <p:spPr>
          <a:xfrm>
            <a:off x="11279896" y="2177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43739D-2247-1C10-F255-349B7B870751}"/>
              </a:ext>
            </a:extLst>
          </p:cNvPr>
          <p:cNvSpPr txBox="1"/>
          <p:nvPr/>
        </p:nvSpPr>
        <p:spPr>
          <a:xfrm>
            <a:off x="10063826" y="2414305"/>
            <a:ext cx="18261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D840496-92D3-523F-169D-74A8744F75D9}"/>
              </a:ext>
            </a:extLst>
          </p:cNvPr>
          <p:cNvCxnSpPr>
            <a:cxnSpLocks/>
          </p:cNvCxnSpPr>
          <p:nvPr/>
        </p:nvCxnSpPr>
        <p:spPr>
          <a:xfrm rot="3436288">
            <a:off x="4882645" y="3294718"/>
            <a:ext cx="945528" cy="109362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4BE5CF5-602E-9DEB-84E4-A47557AF98B9}"/>
              </a:ext>
            </a:extLst>
          </p:cNvPr>
          <p:cNvCxnSpPr>
            <a:cxnSpLocks/>
          </p:cNvCxnSpPr>
          <p:nvPr/>
        </p:nvCxnSpPr>
        <p:spPr>
          <a:xfrm flipV="1">
            <a:off x="5544315" y="1891736"/>
            <a:ext cx="395911" cy="127407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FE56B8D9-D0B0-DB1B-C3BA-4165FD2A356D}"/>
              </a:ext>
            </a:extLst>
          </p:cNvPr>
          <p:cNvSpPr/>
          <p:nvPr/>
        </p:nvSpPr>
        <p:spPr>
          <a:xfrm rot="6208891">
            <a:off x="5384560" y="3059545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십자형 65">
            <a:extLst>
              <a:ext uri="{FF2B5EF4-FFF2-40B4-BE49-F238E27FC236}">
                <a16:creationId xmlns:a16="http://schemas.microsoft.com/office/drawing/2014/main" id="{96DAF50F-0748-5C21-A316-A92BD5C25F76}"/>
              </a:ext>
            </a:extLst>
          </p:cNvPr>
          <p:cNvSpPr/>
          <p:nvPr/>
        </p:nvSpPr>
        <p:spPr>
          <a:xfrm rot="20593015">
            <a:off x="5040605" y="4488247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십자형 66">
            <a:extLst>
              <a:ext uri="{FF2B5EF4-FFF2-40B4-BE49-F238E27FC236}">
                <a16:creationId xmlns:a16="http://schemas.microsoft.com/office/drawing/2014/main" id="{AABA09C7-D2BF-95B8-4AE9-08535868CB75}"/>
              </a:ext>
            </a:extLst>
          </p:cNvPr>
          <p:cNvSpPr/>
          <p:nvPr/>
        </p:nvSpPr>
        <p:spPr>
          <a:xfrm>
            <a:off x="5116805" y="4760768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433B1C9-F344-C59F-9D3E-2EE5282B1141}"/>
              </a:ext>
            </a:extLst>
          </p:cNvPr>
          <p:cNvCxnSpPr>
            <a:cxnSpLocks/>
          </p:cNvCxnSpPr>
          <p:nvPr/>
        </p:nvCxnSpPr>
        <p:spPr>
          <a:xfrm flipH="1" flipV="1">
            <a:off x="3388028" y="2653361"/>
            <a:ext cx="221947" cy="2870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A43BF4A-5169-05B8-4965-F75627E9A634}"/>
              </a:ext>
            </a:extLst>
          </p:cNvPr>
          <p:cNvSpPr/>
          <p:nvPr/>
        </p:nvSpPr>
        <p:spPr>
          <a:xfrm rot="2772603">
            <a:off x="3486294" y="2816616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559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17070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2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선택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508A01-2B4C-AA9C-7585-F52268A1529C}"/>
              </a:ext>
            </a:extLst>
          </p:cNvPr>
          <p:cNvSpPr/>
          <p:nvPr/>
        </p:nvSpPr>
        <p:spPr>
          <a:xfrm>
            <a:off x="9575199" y="5353072"/>
            <a:ext cx="643259" cy="7301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4484A-2729-5DDC-FDEA-AE3F79AB4F10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31">
            <a:extLst>
              <a:ext uri="{FF2B5EF4-FFF2-40B4-BE49-F238E27FC236}">
                <a16:creationId xmlns:a16="http://schemas.microsoft.com/office/drawing/2014/main" id="{B4F80346-185A-3417-BD95-789F61C2ECF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456E50-C705-E99D-DF35-4D016973D504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D652A-4F0F-290F-373D-EE19EC07E535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986E-B063-AF40-CCE6-35890FFA2DFE}"/>
              </a:ext>
            </a:extLst>
          </p:cNvPr>
          <p:cNvSpPr txBox="1"/>
          <p:nvPr/>
        </p:nvSpPr>
        <p:spPr>
          <a:xfrm>
            <a:off x="6448718" y="802931"/>
            <a:ext cx="246894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 </a:t>
            </a:r>
            <a:r>
              <a:rPr lang="en-US" altLang="ko-KR" sz="1100" dirty="0">
                <a:solidFill>
                  <a:srgbClr val="00B050"/>
                </a:solidFill>
              </a:rPr>
              <a:t>2 </a:t>
            </a:r>
            <a:r>
              <a:rPr lang="ko-KR" altLang="en-US" sz="1100" dirty="0" err="1">
                <a:solidFill>
                  <a:srgbClr val="00B050"/>
                </a:solidFill>
              </a:rPr>
              <a:t>선택중입니다</a:t>
            </a:r>
            <a:r>
              <a:rPr lang="en-US" altLang="ko-KR" sz="1100" dirty="0">
                <a:solidFill>
                  <a:srgbClr val="00B050"/>
                </a:solidFill>
              </a:rPr>
              <a:t>.</a:t>
            </a:r>
          </a:p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표적을 생성하세요</a:t>
            </a:r>
          </a:p>
          <a:p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959109-3138-53DF-B91D-7AA787D19A64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0505C-1E99-6B9F-72F8-7C937AFD7154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F4875-EFB7-7CB1-C9BB-095573B4DFAA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0F5F862-F2E0-061B-D113-D8A68283B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130438"/>
            <a:ext cx="576622" cy="71677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F2777E-CAF8-E8FD-E1F2-7999C67A5EA7}"/>
              </a:ext>
            </a:extLst>
          </p:cNvPr>
          <p:cNvSpPr/>
          <p:nvPr/>
        </p:nvSpPr>
        <p:spPr>
          <a:xfrm>
            <a:off x="9498804" y="110589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ABDF91-E488-295B-2E01-5586B84928EA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B93A05-4899-C641-05B2-226AE7175D1E}"/>
              </a:ext>
            </a:extLst>
          </p:cNvPr>
          <p:cNvSpPr txBox="1"/>
          <p:nvPr/>
        </p:nvSpPr>
        <p:spPr>
          <a:xfrm>
            <a:off x="10030584" y="11459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25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3BE6F25-6887-D27B-B8EC-FB6AB21B121D}"/>
              </a:ext>
            </a:extLst>
          </p:cNvPr>
          <p:cNvSpPr/>
          <p:nvPr/>
        </p:nvSpPr>
        <p:spPr>
          <a:xfrm>
            <a:off x="11233244" y="1143317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8A931-680B-FCB3-E357-0EA43B39A91B}"/>
              </a:ext>
            </a:extLst>
          </p:cNvPr>
          <p:cNvSpPr txBox="1"/>
          <p:nvPr/>
        </p:nvSpPr>
        <p:spPr>
          <a:xfrm>
            <a:off x="11266767" y="1128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7" name="Rounded Rectangle 44">
            <a:extLst>
              <a:ext uri="{FF2B5EF4-FFF2-40B4-BE49-F238E27FC236}">
                <a16:creationId xmlns:a16="http://schemas.microsoft.com/office/drawing/2014/main" id="{03F5E7E9-44A3-029C-98CB-26CB6EC5F47B}"/>
              </a:ext>
            </a:extLst>
          </p:cNvPr>
          <p:cNvSpPr/>
          <p:nvPr/>
        </p:nvSpPr>
        <p:spPr>
          <a:xfrm>
            <a:off x="11233244" y="1393549"/>
            <a:ext cx="648326" cy="2790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8551E-7B83-616A-ED29-2F3665ACD1B7}"/>
              </a:ext>
            </a:extLst>
          </p:cNvPr>
          <p:cNvSpPr txBox="1"/>
          <p:nvPr/>
        </p:nvSpPr>
        <p:spPr>
          <a:xfrm>
            <a:off x="11266767" y="1404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A5B9E8-A6AF-3AE3-0C78-924584D383D4}"/>
              </a:ext>
            </a:extLst>
          </p:cNvPr>
          <p:cNvSpPr txBox="1"/>
          <p:nvPr/>
        </p:nvSpPr>
        <p:spPr>
          <a:xfrm>
            <a:off x="10050697" y="16414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D234A38-60DF-1EED-D4C5-32CCAC47E5FC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752216" y="3053894"/>
            <a:ext cx="1413316" cy="175169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567D87-20E4-A13F-188A-E763170BA9E9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8E51B92F-FFE4-C13C-5BC1-95B083973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891736"/>
            <a:ext cx="576622" cy="716773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EAD722-0B51-9EDC-9A75-3CAA725BC812}"/>
              </a:ext>
            </a:extLst>
          </p:cNvPr>
          <p:cNvSpPr/>
          <p:nvPr/>
        </p:nvSpPr>
        <p:spPr>
          <a:xfrm>
            <a:off x="9498804" y="1867188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589848-63B2-9AF7-16DF-003456149070}"/>
              </a:ext>
            </a:extLst>
          </p:cNvPr>
          <p:cNvSpPr txBox="1"/>
          <p:nvPr/>
        </p:nvSpPr>
        <p:spPr>
          <a:xfrm>
            <a:off x="9506059" y="1836088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F1800B-BABA-374C-14BE-53414D46EF7B}"/>
              </a:ext>
            </a:extLst>
          </p:cNvPr>
          <p:cNvSpPr txBox="1"/>
          <p:nvPr/>
        </p:nvSpPr>
        <p:spPr>
          <a:xfrm>
            <a:off x="10043713" y="1918827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5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292D057-5A26-90E3-F41C-762EB2DE2E89}"/>
              </a:ext>
            </a:extLst>
          </p:cNvPr>
          <p:cNvSpPr/>
          <p:nvPr/>
        </p:nvSpPr>
        <p:spPr>
          <a:xfrm>
            <a:off x="11246373" y="1916170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E0E4EF-54A9-11BC-6317-8F1995CB5906}"/>
              </a:ext>
            </a:extLst>
          </p:cNvPr>
          <p:cNvSpPr txBox="1"/>
          <p:nvPr/>
        </p:nvSpPr>
        <p:spPr>
          <a:xfrm>
            <a:off x="11279896" y="1901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9" name="Rounded Rectangle 44">
            <a:extLst>
              <a:ext uri="{FF2B5EF4-FFF2-40B4-BE49-F238E27FC236}">
                <a16:creationId xmlns:a16="http://schemas.microsoft.com/office/drawing/2014/main" id="{59ABD08E-578B-924B-4202-D2AE702AFB7A}"/>
              </a:ext>
            </a:extLst>
          </p:cNvPr>
          <p:cNvSpPr/>
          <p:nvPr/>
        </p:nvSpPr>
        <p:spPr>
          <a:xfrm>
            <a:off x="11246373" y="2166402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E0AEBF-B1B0-E621-87FA-CF03BE03FD74}"/>
              </a:ext>
            </a:extLst>
          </p:cNvPr>
          <p:cNvSpPr txBox="1"/>
          <p:nvPr/>
        </p:nvSpPr>
        <p:spPr>
          <a:xfrm>
            <a:off x="11279896" y="2177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43739D-2247-1C10-F255-349B7B870751}"/>
              </a:ext>
            </a:extLst>
          </p:cNvPr>
          <p:cNvSpPr txBox="1"/>
          <p:nvPr/>
        </p:nvSpPr>
        <p:spPr>
          <a:xfrm>
            <a:off x="10063826" y="2414305"/>
            <a:ext cx="18261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D840496-92D3-523F-169D-74A8744F75D9}"/>
              </a:ext>
            </a:extLst>
          </p:cNvPr>
          <p:cNvCxnSpPr>
            <a:cxnSpLocks/>
          </p:cNvCxnSpPr>
          <p:nvPr/>
        </p:nvCxnSpPr>
        <p:spPr>
          <a:xfrm rot="3436288">
            <a:off x="4882645" y="3294718"/>
            <a:ext cx="945528" cy="109362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4BE5CF5-602E-9DEB-84E4-A47557AF98B9}"/>
              </a:ext>
            </a:extLst>
          </p:cNvPr>
          <p:cNvCxnSpPr>
            <a:cxnSpLocks/>
          </p:cNvCxnSpPr>
          <p:nvPr/>
        </p:nvCxnSpPr>
        <p:spPr>
          <a:xfrm flipV="1">
            <a:off x="5544315" y="1891736"/>
            <a:ext cx="395911" cy="127407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FE56B8D9-D0B0-DB1B-C3BA-4165FD2A356D}"/>
              </a:ext>
            </a:extLst>
          </p:cNvPr>
          <p:cNvSpPr/>
          <p:nvPr/>
        </p:nvSpPr>
        <p:spPr>
          <a:xfrm rot="6208891">
            <a:off x="5384560" y="3059545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chemeClr val="accent6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5BEE10C-E59E-49F6-2A7D-C01EA5CBFE23}"/>
              </a:ext>
            </a:extLst>
          </p:cNvPr>
          <p:cNvSpPr/>
          <p:nvPr/>
        </p:nvSpPr>
        <p:spPr>
          <a:xfrm rot="732635">
            <a:off x="5367273" y="2948454"/>
            <a:ext cx="339069" cy="43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십자형 65">
            <a:extLst>
              <a:ext uri="{FF2B5EF4-FFF2-40B4-BE49-F238E27FC236}">
                <a16:creationId xmlns:a16="http://schemas.microsoft.com/office/drawing/2014/main" id="{96DAF50F-0748-5C21-A316-A92BD5C25F76}"/>
              </a:ext>
            </a:extLst>
          </p:cNvPr>
          <p:cNvSpPr/>
          <p:nvPr/>
        </p:nvSpPr>
        <p:spPr>
          <a:xfrm rot="20593015">
            <a:off x="5040605" y="4488247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십자형 66">
            <a:extLst>
              <a:ext uri="{FF2B5EF4-FFF2-40B4-BE49-F238E27FC236}">
                <a16:creationId xmlns:a16="http://schemas.microsoft.com/office/drawing/2014/main" id="{AABA09C7-D2BF-95B8-4AE9-08535868CB75}"/>
              </a:ext>
            </a:extLst>
          </p:cNvPr>
          <p:cNvSpPr/>
          <p:nvPr/>
        </p:nvSpPr>
        <p:spPr>
          <a:xfrm>
            <a:off x="5116805" y="4760768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433B1C9-F344-C59F-9D3E-2EE5282B1141}"/>
              </a:ext>
            </a:extLst>
          </p:cNvPr>
          <p:cNvCxnSpPr>
            <a:cxnSpLocks/>
          </p:cNvCxnSpPr>
          <p:nvPr/>
        </p:nvCxnSpPr>
        <p:spPr>
          <a:xfrm flipH="1" flipV="1">
            <a:off x="3388028" y="2653361"/>
            <a:ext cx="221947" cy="2870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A43BF4A-5169-05B8-4965-F75627E9A634}"/>
              </a:ext>
            </a:extLst>
          </p:cNvPr>
          <p:cNvSpPr/>
          <p:nvPr/>
        </p:nvSpPr>
        <p:spPr>
          <a:xfrm rot="2772603">
            <a:off x="3486294" y="2816616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58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0853-85F4-7617-FE00-98D0CFE2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BDC3904-1386-B959-4E5D-6D2AEC20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5" y="731833"/>
            <a:ext cx="9214337" cy="579539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07E4E5-5DDC-8859-1BD0-A55A28AEC09A}"/>
              </a:ext>
            </a:extLst>
          </p:cNvPr>
          <p:cNvSpPr/>
          <p:nvPr/>
        </p:nvSpPr>
        <p:spPr>
          <a:xfrm>
            <a:off x="3445311" y="2647950"/>
            <a:ext cx="2494915" cy="267266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4B4CFE-B943-07F1-72E5-9FE866452990}"/>
              </a:ext>
            </a:extLst>
          </p:cNvPr>
          <p:cNvSpPr/>
          <p:nvPr/>
        </p:nvSpPr>
        <p:spPr>
          <a:xfrm>
            <a:off x="9457262" y="731834"/>
            <a:ext cx="2460742" cy="5795392"/>
          </a:xfrm>
          <a:prstGeom prst="rect">
            <a:avLst/>
          </a:prstGeom>
          <a:solidFill>
            <a:srgbClr val="0F2337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37E4-9C90-2AE4-3930-E8AA0C44B6AA}"/>
              </a:ext>
            </a:extLst>
          </p:cNvPr>
          <p:cNvSpPr/>
          <p:nvPr/>
        </p:nvSpPr>
        <p:spPr>
          <a:xfrm>
            <a:off x="242925" y="126206"/>
            <a:ext cx="11742598" cy="548640"/>
          </a:xfrm>
          <a:prstGeom prst="roundRect">
            <a:avLst/>
          </a:prstGeom>
          <a:solidFill>
            <a:srgbClr val="0C1E30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8A008-BC50-B86A-9757-8E66EC236C4D}"/>
              </a:ext>
            </a:extLst>
          </p:cNvPr>
          <p:cNvSpPr txBox="1"/>
          <p:nvPr/>
        </p:nvSpPr>
        <p:spPr>
          <a:xfrm>
            <a:off x="454742" y="227292"/>
            <a:ext cx="590611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표적탐지모의부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표적</a:t>
            </a:r>
            <a:r>
              <a:rPr lang="en-US" altLang="ko-KR" sz="2200" b="1" dirty="0">
                <a:solidFill>
                  <a:schemeClr val="bg1"/>
                </a:solidFill>
                <a:latin typeface="Calibri"/>
                <a:ea typeface="맑은 고딕"/>
              </a:rPr>
              <a:t>2 </a:t>
            </a:r>
            <a:r>
              <a:rPr lang="ko-KR" altLang="en-US" sz="2200" b="1" dirty="0">
                <a:solidFill>
                  <a:schemeClr val="bg1"/>
                </a:solidFill>
                <a:latin typeface="Calibri"/>
                <a:ea typeface="맑은 고딕"/>
              </a:rPr>
              <a:t>방향키로 헤딩조정</a:t>
            </a:r>
            <a:endParaRPr lang="en-US" altLang="ko-KR" sz="2200" b="1" dirty="0">
              <a:solidFill>
                <a:schemeClr val="bg1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36C50-94B7-6327-753D-7924EEE80E82}"/>
              </a:ext>
            </a:extLst>
          </p:cNvPr>
          <p:cNvSpPr txBox="1"/>
          <p:nvPr/>
        </p:nvSpPr>
        <p:spPr>
          <a:xfrm>
            <a:off x="11108643" y="224659"/>
            <a:ext cx="657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200"/>
            <a:r>
              <a:rPr sz="1600" b="1">
                <a:solidFill>
                  <a:srgbClr val="E6F0FA"/>
                </a:solidFill>
                <a:latin typeface="Calibri"/>
              </a:rPr>
              <a:t>10:52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573FA-B44B-3E85-F768-88D47F18EF99}"/>
              </a:ext>
            </a:extLst>
          </p:cNvPr>
          <p:cNvSpPr/>
          <p:nvPr/>
        </p:nvSpPr>
        <p:spPr>
          <a:xfrm>
            <a:off x="9498805" y="2672485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2E0F1B-6D86-7E23-E89E-2602F5F788C9}"/>
              </a:ext>
            </a:extLst>
          </p:cNvPr>
          <p:cNvSpPr txBox="1"/>
          <p:nvPr/>
        </p:nvSpPr>
        <p:spPr>
          <a:xfrm>
            <a:off x="10196358" y="820924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상태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6E4354-526E-3402-1827-AF7AFDD086DB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5AA484-243C-9ABC-3589-73BB70408BD3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170C325-DBD8-6FF8-A143-ADE8DA6F495B}"/>
              </a:ext>
            </a:extLst>
          </p:cNvPr>
          <p:cNvSpPr/>
          <p:nvPr/>
        </p:nvSpPr>
        <p:spPr>
          <a:xfrm>
            <a:off x="9498804" y="3452601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773D5A0-AC62-24CF-2F91-5EE45B70590E}"/>
              </a:ext>
            </a:extLst>
          </p:cNvPr>
          <p:cNvSpPr/>
          <p:nvPr/>
        </p:nvSpPr>
        <p:spPr>
          <a:xfrm>
            <a:off x="9529717" y="4608912"/>
            <a:ext cx="2377655" cy="1870326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Rounded Rectangle 44">
            <a:extLst>
              <a:ext uri="{FF2B5EF4-FFF2-40B4-BE49-F238E27FC236}">
                <a16:creationId xmlns:a16="http://schemas.microsoft.com/office/drawing/2014/main" id="{E8123CFC-1EE8-F464-0DED-B975E669525C}"/>
              </a:ext>
            </a:extLst>
          </p:cNvPr>
          <p:cNvSpPr/>
          <p:nvPr/>
        </p:nvSpPr>
        <p:spPr>
          <a:xfrm>
            <a:off x="10689644" y="4214839"/>
            <a:ext cx="1179884" cy="3200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7F8A1-E13D-D84A-9ED0-10491D473D33}"/>
              </a:ext>
            </a:extLst>
          </p:cNvPr>
          <p:cNvSpPr txBox="1"/>
          <p:nvPr/>
        </p:nvSpPr>
        <p:spPr>
          <a:xfrm>
            <a:off x="10828181" y="4244147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전체종료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52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D70CFF43-53D4-CE44-240D-96836E4B5BFB}"/>
              </a:ext>
            </a:extLst>
          </p:cNvPr>
          <p:cNvSpPr/>
          <p:nvPr/>
        </p:nvSpPr>
        <p:spPr>
          <a:xfrm>
            <a:off x="9498804" y="4214839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AFE3F8-57F3-5303-B795-3CEDB41A4AA9}"/>
              </a:ext>
            </a:extLst>
          </p:cNvPr>
          <p:cNvSpPr txBox="1"/>
          <p:nvPr/>
        </p:nvSpPr>
        <p:spPr>
          <a:xfrm>
            <a:off x="9674688" y="4258775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E6F0FF"/>
                </a:solidFill>
                <a:latin typeface="Calibri"/>
              </a:rPr>
              <a:t>전체발사</a:t>
            </a:r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D4F07137-966C-FB9A-4438-D5B6622A75BF}"/>
              </a:ext>
            </a:extLst>
          </p:cNvPr>
          <p:cNvSpPr/>
          <p:nvPr/>
        </p:nvSpPr>
        <p:spPr>
          <a:xfrm>
            <a:off x="1068964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A05C0E-D625-0D83-DCE9-FFF905492779}"/>
              </a:ext>
            </a:extLst>
          </p:cNvPr>
          <p:cNvSpPr txBox="1"/>
          <p:nvPr/>
        </p:nvSpPr>
        <p:spPr>
          <a:xfrm>
            <a:off x="10917949" y="6156833"/>
            <a:ext cx="723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초기화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8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E8D63A1-DC0B-70D0-6682-9511702F5CF0}"/>
              </a:ext>
            </a:extLst>
          </p:cNvPr>
          <p:cNvSpPr/>
          <p:nvPr/>
        </p:nvSpPr>
        <p:spPr>
          <a:xfrm>
            <a:off x="9498804" y="6127525"/>
            <a:ext cx="1179884" cy="3200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70A0B-5AAA-7FBE-9DDA-4CA1377CA820}"/>
              </a:ext>
            </a:extLst>
          </p:cNvPr>
          <p:cNvSpPr txBox="1"/>
          <p:nvPr/>
        </p:nvSpPr>
        <p:spPr>
          <a:xfrm>
            <a:off x="10033728" y="6171461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endParaRPr sz="14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C4921B-C458-A70C-1FB6-EC9744E6510E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D7B152-8DD3-403B-9DD3-94A566BD6B92}"/>
              </a:ext>
            </a:extLst>
          </p:cNvPr>
          <p:cNvSpPr/>
          <p:nvPr/>
        </p:nvSpPr>
        <p:spPr>
          <a:xfrm>
            <a:off x="10605210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05DCAA1-A786-F636-D8F8-28F3469A4187}"/>
              </a:ext>
            </a:extLst>
          </p:cNvPr>
          <p:cNvSpPr txBox="1"/>
          <p:nvPr/>
        </p:nvSpPr>
        <p:spPr>
          <a:xfrm>
            <a:off x="10561042" y="5294210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위도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D30E16-420A-7646-BD31-C73B3011A115}"/>
              </a:ext>
            </a:extLst>
          </p:cNvPr>
          <p:cNvSpPr txBox="1"/>
          <p:nvPr/>
        </p:nvSpPr>
        <p:spPr>
          <a:xfrm>
            <a:off x="10125719" y="5815254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도착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F1BAF3C-084C-002B-EAC7-D4AD1644D158}"/>
              </a:ext>
            </a:extLst>
          </p:cNvPr>
          <p:cNvSpPr txBox="1"/>
          <p:nvPr/>
        </p:nvSpPr>
        <p:spPr>
          <a:xfrm>
            <a:off x="11288878" y="5311618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경도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8097732-1BA7-45B8-8D8F-A7FC6F3F47DD}"/>
              </a:ext>
            </a:extLst>
          </p:cNvPr>
          <p:cNvSpPr txBox="1"/>
          <p:nvPr/>
        </p:nvSpPr>
        <p:spPr>
          <a:xfrm>
            <a:off x="10116097" y="5524403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시작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EFA35-C971-D7CE-25CE-2687C13AEFFF}"/>
              </a:ext>
            </a:extLst>
          </p:cNvPr>
          <p:cNvSpPr/>
          <p:nvPr/>
        </p:nvSpPr>
        <p:spPr>
          <a:xfrm>
            <a:off x="11290253" y="5549220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754845-1ABC-8BB7-D497-FF4907B1D19E}"/>
              </a:ext>
            </a:extLst>
          </p:cNvPr>
          <p:cNvSpPr/>
          <p:nvPr/>
        </p:nvSpPr>
        <p:spPr>
          <a:xfrm>
            <a:off x="10605210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E64870-034F-989D-7919-B2C66265A98E}"/>
              </a:ext>
            </a:extLst>
          </p:cNvPr>
          <p:cNvSpPr/>
          <p:nvPr/>
        </p:nvSpPr>
        <p:spPr>
          <a:xfrm>
            <a:off x="11290253" y="5834981"/>
            <a:ext cx="57295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C04703-3A5E-2326-760B-0CCB324FA9EC}"/>
              </a:ext>
            </a:extLst>
          </p:cNvPr>
          <p:cNvSpPr txBox="1"/>
          <p:nvPr/>
        </p:nvSpPr>
        <p:spPr>
          <a:xfrm>
            <a:off x="9836178" y="6136627"/>
            <a:ext cx="5437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lang="ko-KR" altLang="en-US" sz="1400" b="1" dirty="0">
                <a:solidFill>
                  <a:srgbClr val="FFDCE6"/>
                </a:solidFill>
                <a:latin typeface="Calibri"/>
              </a:rPr>
              <a:t>등록</a:t>
            </a:r>
            <a:endParaRPr sz="1400" b="1" dirty="0">
              <a:solidFill>
                <a:srgbClr val="FFDCE6"/>
              </a:solidFill>
              <a:latin typeface="Calibri"/>
            </a:endParaRPr>
          </a:p>
        </p:txBody>
      </p:sp>
      <p:sp>
        <p:nvSpPr>
          <p:cNvPr id="110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7D6688EE-2B70-E11A-252C-4587C1972699}"/>
              </a:ext>
            </a:extLst>
          </p:cNvPr>
          <p:cNvSpPr/>
          <p:nvPr/>
        </p:nvSpPr>
        <p:spPr>
          <a:xfrm>
            <a:off x="9799599" y="4648391"/>
            <a:ext cx="1837890" cy="32004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D0FFE8-E307-C779-C40E-343269F2846F}"/>
              </a:ext>
            </a:extLst>
          </p:cNvPr>
          <p:cNvSpPr txBox="1"/>
          <p:nvPr/>
        </p:nvSpPr>
        <p:spPr>
          <a:xfrm>
            <a:off x="10253350" y="4664678"/>
            <a:ext cx="98254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표적 생성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508A01-2B4C-AA9C-7585-F52268A1529C}"/>
              </a:ext>
            </a:extLst>
          </p:cNvPr>
          <p:cNvSpPr/>
          <p:nvPr/>
        </p:nvSpPr>
        <p:spPr>
          <a:xfrm>
            <a:off x="9575199" y="5353072"/>
            <a:ext cx="643259" cy="7301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4484A-2729-5DDC-FDEA-AE3F79AB4F10}"/>
              </a:ext>
            </a:extLst>
          </p:cNvPr>
          <p:cNvSpPr/>
          <p:nvPr/>
        </p:nvSpPr>
        <p:spPr>
          <a:xfrm>
            <a:off x="11601236" y="5058203"/>
            <a:ext cx="266921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31">
            <a:extLst>
              <a:ext uri="{FF2B5EF4-FFF2-40B4-BE49-F238E27FC236}">
                <a16:creationId xmlns:a16="http://schemas.microsoft.com/office/drawing/2014/main" id="{B4F80346-185A-3417-BD95-789F61C2ECF8}"/>
              </a:ext>
            </a:extLst>
          </p:cNvPr>
          <p:cNvSpPr/>
          <p:nvPr/>
        </p:nvSpPr>
        <p:spPr>
          <a:xfrm rot="5400000">
            <a:off x="11614187" y="5068260"/>
            <a:ext cx="243493" cy="235698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456E50-C705-E99D-DF35-4D016973D504}"/>
              </a:ext>
            </a:extLst>
          </p:cNvPr>
          <p:cNvSpPr/>
          <p:nvPr/>
        </p:nvSpPr>
        <p:spPr>
          <a:xfrm>
            <a:off x="10218458" y="5062440"/>
            <a:ext cx="1380575" cy="25663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D652A-4F0F-290F-373D-EE19EC07E535}"/>
              </a:ext>
            </a:extLst>
          </p:cNvPr>
          <p:cNvSpPr txBox="1"/>
          <p:nvPr/>
        </p:nvSpPr>
        <p:spPr>
          <a:xfrm>
            <a:off x="9593829" y="5045107"/>
            <a:ext cx="5842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모델</a:t>
            </a:r>
            <a:endParaRPr lang="en-US" sz="1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986E-B063-AF40-CCE6-35890FFA2DFE}"/>
              </a:ext>
            </a:extLst>
          </p:cNvPr>
          <p:cNvSpPr txBox="1"/>
          <p:nvPr/>
        </p:nvSpPr>
        <p:spPr>
          <a:xfrm>
            <a:off x="6448718" y="802931"/>
            <a:ext cx="246894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 </a:t>
            </a:r>
            <a:r>
              <a:rPr lang="en-US" altLang="ko-KR" sz="1100" dirty="0">
                <a:solidFill>
                  <a:srgbClr val="00B050"/>
                </a:solidFill>
              </a:rPr>
              <a:t>2 </a:t>
            </a:r>
            <a:r>
              <a:rPr lang="ko-KR" altLang="en-US" sz="1100" dirty="0" err="1">
                <a:solidFill>
                  <a:srgbClr val="00B050"/>
                </a:solidFill>
              </a:rPr>
              <a:t>선택중입니다</a:t>
            </a:r>
            <a:r>
              <a:rPr lang="en-US" altLang="ko-KR" sz="1100" dirty="0">
                <a:solidFill>
                  <a:srgbClr val="00B050"/>
                </a:solidFill>
              </a:rPr>
              <a:t>.</a:t>
            </a:r>
          </a:p>
          <a:p>
            <a:r>
              <a:rPr lang="ko-KR" altLang="en-US" sz="1100" dirty="0">
                <a:solidFill>
                  <a:srgbClr val="00B050"/>
                </a:solidFill>
              </a:rPr>
              <a:t>시스템 메시지</a:t>
            </a:r>
            <a:r>
              <a:rPr lang="en-US" altLang="ko-KR" sz="1100" dirty="0">
                <a:solidFill>
                  <a:srgbClr val="00B050"/>
                </a:solidFill>
              </a:rPr>
              <a:t>: </a:t>
            </a:r>
            <a:r>
              <a:rPr lang="ko-KR" altLang="en-US" sz="1100" dirty="0">
                <a:solidFill>
                  <a:srgbClr val="00B050"/>
                </a:solidFill>
              </a:rPr>
              <a:t>표적을 생성하세요</a:t>
            </a:r>
          </a:p>
          <a:p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959109-3138-53DF-B91D-7AA787D19A64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0505C-1E99-6B9F-72F8-7C937AFD7154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F4875-EFB7-7CB1-C9BB-095573B4DFAA}"/>
              </a:ext>
            </a:extLst>
          </p:cNvPr>
          <p:cNvSpPr/>
          <p:nvPr/>
        </p:nvSpPr>
        <p:spPr>
          <a:xfrm>
            <a:off x="9498805" y="1117913"/>
            <a:ext cx="2377655" cy="732438"/>
          </a:xfrm>
          <a:prstGeom prst="rect">
            <a:avLst/>
          </a:prstGeom>
          <a:solidFill>
            <a:srgbClr val="0D1E3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0F5F862-F2E0-061B-D113-D8A68283B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130438"/>
            <a:ext cx="576622" cy="71677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F2777E-CAF8-E8FD-E1F2-7999C67A5EA7}"/>
              </a:ext>
            </a:extLst>
          </p:cNvPr>
          <p:cNvSpPr/>
          <p:nvPr/>
        </p:nvSpPr>
        <p:spPr>
          <a:xfrm>
            <a:off x="9498804" y="1105890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ABDF91-E488-295B-2E01-5586B84928EA}"/>
              </a:ext>
            </a:extLst>
          </p:cNvPr>
          <p:cNvSpPr txBox="1"/>
          <p:nvPr/>
        </p:nvSpPr>
        <p:spPr>
          <a:xfrm>
            <a:off x="9506059" y="1074790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B93A05-4899-C641-05B2-226AE7175D1E}"/>
              </a:ext>
            </a:extLst>
          </p:cNvPr>
          <p:cNvSpPr txBox="1"/>
          <p:nvPr/>
        </p:nvSpPr>
        <p:spPr>
          <a:xfrm>
            <a:off x="10030584" y="1145974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25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3BE6F25-6887-D27B-B8EC-FB6AB21B121D}"/>
              </a:ext>
            </a:extLst>
          </p:cNvPr>
          <p:cNvSpPr/>
          <p:nvPr/>
        </p:nvSpPr>
        <p:spPr>
          <a:xfrm>
            <a:off x="11233244" y="1143317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8A931-680B-FCB3-E357-0EA43B39A91B}"/>
              </a:ext>
            </a:extLst>
          </p:cNvPr>
          <p:cNvSpPr txBox="1"/>
          <p:nvPr/>
        </p:nvSpPr>
        <p:spPr>
          <a:xfrm>
            <a:off x="11266767" y="1128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7" name="Rounded Rectangle 44">
            <a:extLst>
              <a:ext uri="{FF2B5EF4-FFF2-40B4-BE49-F238E27FC236}">
                <a16:creationId xmlns:a16="http://schemas.microsoft.com/office/drawing/2014/main" id="{03F5E7E9-44A3-029C-98CB-26CB6EC5F47B}"/>
              </a:ext>
            </a:extLst>
          </p:cNvPr>
          <p:cNvSpPr/>
          <p:nvPr/>
        </p:nvSpPr>
        <p:spPr>
          <a:xfrm>
            <a:off x="11233244" y="1393549"/>
            <a:ext cx="648326" cy="2790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8551E-7B83-616A-ED29-2F3665ACD1B7}"/>
              </a:ext>
            </a:extLst>
          </p:cNvPr>
          <p:cNvSpPr txBox="1"/>
          <p:nvPr/>
        </p:nvSpPr>
        <p:spPr>
          <a:xfrm>
            <a:off x="11266767" y="1404342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A5B9E8-A6AF-3AE3-0C78-924584D383D4}"/>
              </a:ext>
            </a:extLst>
          </p:cNvPr>
          <p:cNvSpPr txBox="1"/>
          <p:nvPr/>
        </p:nvSpPr>
        <p:spPr>
          <a:xfrm>
            <a:off x="10050697" y="1641452"/>
            <a:ext cx="18437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D234A38-60DF-1EED-D4C5-32CCAC47E5FC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752216" y="3053894"/>
            <a:ext cx="1413316" cy="175169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567D87-20E4-A13F-188A-E763170BA9E9}"/>
              </a:ext>
            </a:extLst>
          </p:cNvPr>
          <p:cNvSpPr/>
          <p:nvPr/>
        </p:nvSpPr>
        <p:spPr>
          <a:xfrm>
            <a:off x="9498805" y="1895199"/>
            <a:ext cx="2377655" cy="732438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8E51B92F-FFE4-C13C-5BC1-95B083973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584" y="1891736"/>
            <a:ext cx="576622" cy="716773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EAD722-0B51-9EDC-9A75-3CAA725BC812}"/>
              </a:ext>
            </a:extLst>
          </p:cNvPr>
          <p:cNvSpPr/>
          <p:nvPr/>
        </p:nvSpPr>
        <p:spPr>
          <a:xfrm>
            <a:off x="9498804" y="1867188"/>
            <a:ext cx="226221" cy="208095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589848-63B2-9AF7-16DF-003456149070}"/>
              </a:ext>
            </a:extLst>
          </p:cNvPr>
          <p:cNvSpPr txBox="1"/>
          <p:nvPr/>
        </p:nvSpPr>
        <p:spPr>
          <a:xfrm>
            <a:off x="9506059" y="1836088"/>
            <a:ext cx="209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altLang="ko-KR" sz="12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F1800B-BABA-374C-14BE-53414D46EF7B}"/>
              </a:ext>
            </a:extLst>
          </p:cNvPr>
          <p:cNvSpPr txBox="1"/>
          <p:nvPr/>
        </p:nvSpPr>
        <p:spPr>
          <a:xfrm>
            <a:off x="10043713" y="1918827"/>
            <a:ext cx="13131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시작방위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 :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25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</a:rPr>
              <a:t>1, </a:t>
            </a:r>
            <a:r>
              <a:rPr sz="1000" dirty="0">
                <a:solidFill>
                  <a:schemeClr val="bg1"/>
                </a:solidFill>
                <a:latin typeface="+mj-ea"/>
                <a:ea typeface="+mj-ea"/>
              </a:rPr>
              <a:t>111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rgbClr val="00B050"/>
                </a:solidFill>
                <a:latin typeface="+mj-ea"/>
                <a:ea typeface="+mj-ea"/>
              </a:rPr>
              <a:t>현재방위 </a:t>
            </a:r>
            <a:r>
              <a:rPr lang="en-US" altLang="ko-KR" sz="1000" dirty="0">
                <a:solidFill>
                  <a:srgbClr val="00B050"/>
                </a:solidFill>
                <a:latin typeface="+mj-ea"/>
                <a:ea typeface="+mj-ea"/>
              </a:rPr>
              <a:t>: 251, 111</a:t>
            </a:r>
            <a:endParaRPr lang="en-US" sz="1000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목표방위 </a:t>
            </a: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: 251, 111</a:t>
            </a:r>
          </a:p>
        </p:txBody>
      </p:sp>
      <p:sp>
        <p:nvSpPr>
          <p:cNvPr id="57" name="Rounded 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8292D057-5A26-90E3-F41C-762EB2DE2E89}"/>
              </a:ext>
            </a:extLst>
          </p:cNvPr>
          <p:cNvSpPr/>
          <p:nvPr/>
        </p:nvSpPr>
        <p:spPr>
          <a:xfrm>
            <a:off x="11246373" y="1916170"/>
            <a:ext cx="648326" cy="24183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E0E4EF-54A9-11BC-6317-8F1995CB5906}"/>
              </a:ext>
            </a:extLst>
          </p:cNvPr>
          <p:cNvSpPr txBox="1"/>
          <p:nvPr/>
        </p:nvSpPr>
        <p:spPr>
          <a:xfrm>
            <a:off x="11279896" y="1901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시작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59" name="Rounded Rectangle 44">
            <a:extLst>
              <a:ext uri="{FF2B5EF4-FFF2-40B4-BE49-F238E27FC236}">
                <a16:creationId xmlns:a16="http://schemas.microsoft.com/office/drawing/2014/main" id="{59ABD08E-578B-924B-4202-D2AE702AFB7A}"/>
              </a:ext>
            </a:extLst>
          </p:cNvPr>
          <p:cNvSpPr/>
          <p:nvPr/>
        </p:nvSpPr>
        <p:spPr>
          <a:xfrm>
            <a:off x="11246373" y="2166402"/>
            <a:ext cx="648326" cy="279064"/>
          </a:xfrm>
          <a:prstGeom prst="roundRect">
            <a:avLst/>
          </a:prstGeom>
          <a:solidFill>
            <a:srgbClr val="5A1E32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E0AEBF-B1B0-E621-87FA-CF03BE03FD74}"/>
              </a:ext>
            </a:extLst>
          </p:cNvPr>
          <p:cNvSpPr txBox="1"/>
          <p:nvPr/>
        </p:nvSpPr>
        <p:spPr>
          <a:xfrm>
            <a:off x="11279896" y="2177195"/>
            <a:ext cx="562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200" b="1" dirty="0">
                <a:solidFill>
                  <a:srgbClr val="E6F0FF"/>
                </a:solidFill>
                <a:latin typeface="Calibri"/>
              </a:rPr>
              <a:t>종료</a:t>
            </a:r>
            <a:endParaRPr sz="1200" b="1" dirty="0">
              <a:solidFill>
                <a:srgbClr val="E6F0FF"/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43739D-2247-1C10-F255-349B7B870751}"/>
              </a:ext>
            </a:extLst>
          </p:cNvPr>
          <p:cNvSpPr txBox="1"/>
          <p:nvPr/>
        </p:nvSpPr>
        <p:spPr>
          <a:xfrm>
            <a:off x="10063826" y="2414305"/>
            <a:ext cx="18261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속력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 1400km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고도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:3000m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D840496-92D3-523F-169D-74A8744F75D9}"/>
              </a:ext>
            </a:extLst>
          </p:cNvPr>
          <p:cNvCxnSpPr>
            <a:cxnSpLocks/>
          </p:cNvCxnSpPr>
          <p:nvPr/>
        </p:nvCxnSpPr>
        <p:spPr>
          <a:xfrm rot="4647461">
            <a:off x="4587177" y="3308290"/>
            <a:ext cx="945528" cy="109362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4BE5CF5-602E-9DEB-84E4-A47557AF98B9}"/>
              </a:ext>
            </a:extLst>
          </p:cNvPr>
          <p:cNvCxnSpPr>
            <a:cxnSpLocks/>
          </p:cNvCxnSpPr>
          <p:nvPr/>
        </p:nvCxnSpPr>
        <p:spPr>
          <a:xfrm flipV="1">
            <a:off x="5544315" y="1891736"/>
            <a:ext cx="395911" cy="127407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FE56B8D9-D0B0-DB1B-C3BA-4165FD2A356D}"/>
              </a:ext>
            </a:extLst>
          </p:cNvPr>
          <p:cNvSpPr/>
          <p:nvPr/>
        </p:nvSpPr>
        <p:spPr>
          <a:xfrm rot="7420064">
            <a:off x="5384560" y="3059545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chemeClr val="accent6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5BEE10C-E59E-49F6-2A7D-C01EA5CBFE23}"/>
              </a:ext>
            </a:extLst>
          </p:cNvPr>
          <p:cNvSpPr/>
          <p:nvPr/>
        </p:nvSpPr>
        <p:spPr>
          <a:xfrm rot="1943808">
            <a:off x="5367273" y="2948454"/>
            <a:ext cx="339069" cy="43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십자형 65">
            <a:extLst>
              <a:ext uri="{FF2B5EF4-FFF2-40B4-BE49-F238E27FC236}">
                <a16:creationId xmlns:a16="http://schemas.microsoft.com/office/drawing/2014/main" id="{96DAF50F-0748-5C21-A316-A92BD5C25F76}"/>
              </a:ext>
            </a:extLst>
          </p:cNvPr>
          <p:cNvSpPr/>
          <p:nvPr/>
        </p:nvSpPr>
        <p:spPr>
          <a:xfrm rot="204188">
            <a:off x="4517634" y="4374106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십자형 66">
            <a:extLst>
              <a:ext uri="{FF2B5EF4-FFF2-40B4-BE49-F238E27FC236}">
                <a16:creationId xmlns:a16="http://schemas.microsoft.com/office/drawing/2014/main" id="{AABA09C7-D2BF-95B8-4AE9-08535868CB75}"/>
              </a:ext>
            </a:extLst>
          </p:cNvPr>
          <p:cNvSpPr/>
          <p:nvPr/>
        </p:nvSpPr>
        <p:spPr>
          <a:xfrm>
            <a:off x="5116805" y="4760768"/>
            <a:ext cx="162920" cy="158765"/>
          </a:xfrm>
          <a:prstGeom prst="plus">
            <a:avLst>
              <a:gd name="adj" fmla="val 3803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433B1C9-F344-C59F-9D3E-2EE5282B1141}"/>
              </a:ext>
            </a:extLst>
          </p:cNvPr>
          <p:cNvCxnSpPr>
            <a:cxnSpLocks/>
          </p:cNvCxnSpPr>
          <p:nvPr/>
        </p:nvCxnSpPr>
        <p:spPr>
          <a:xfrm flipH="1" flipV="1">
            <a:off x="3388028" y="2653361"/>
            <a:ext cx="221947" cy="2870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A43BF4A-5169-05B8-4965-F75627E9A634}"/>
              </a:ext>
            </a:extLst>
          </p:cNvPr>
          <p:cNvSpPr/>
          <p:nvPr/>
        </p:nvSpPr>
        <p:spPr>
          <a:xfrm rot="2772603">
            <a:off x="3486294" y="2816616"/>
            <a:ext cx="314325" cy="247650"/>
          </a:xfrm>
          <a:prstGeom prst="rightArrow">
            <a:avLst>
              <a:gd name="adj1" fmla="val 50000"/>
              <a:gd name="adj2" fmla="val 10495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241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1095</TotalTime>
  <Words>2859</Words>
  <Application>Microsoft Office PowerPoint</Application>
  <PresentationFormat>와이드스크린</PresentationFormat>
  <Paragraphs>1127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Calibri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PowerMockup</dc:title>
  <dc:creator>Andreas</dc:creator>
  <cp:lastModifiedBy>경민 박</cp:lastModifiedBy>
  <cp:revision>12</cp:revision>
  <dcterms:created xsi:type="dcterms:W3CDTF">2015-03-11T15:56:36Z</dcterms:created>
  <dcterms:modified xsi:type="dcterms:W3CDTF">2025-10-22T07:15:53Z</dcterms:modified>
</cp:coreProperties>
</file>